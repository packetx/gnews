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22" r:id="rId3"/>
    <p:sldId id="315" r:id="rId4"/>
    <p:sldId id="316" r:id="rId5"/>
    <p:sldId id="259" r:id="rId6"/>
    <p:sldId id="296" r:id="rId7"/>
    <p:sldId id="285" r:id="rId8"/>
    <p:sldId id="286" r:id="rId9"/>
    <p:sldId id="288" r:id="rId10"/>
    <p:sldId id="327" r:id="rId11"/>
    <p:sldId id="326" r:id="rId12"/>
    <p:sldId id="325" r:id="rId13"/>
    <p:sldId id="330" r:id="rId14"/>
    <p:sldId id="331" r:id="rId15"/>
    <p:sldId id="334" r:id="rId16"/>
    <p:sldId id="333" r:id="rId17"/>
    <p:sldId id="329" r:id="rId18"/>
    <p:sldId id="290" r:id="rId19"/>
    <p:sldId id="297" r:id="rId20"/>
    <p:sldId id="332" r:id="rId21"/>
    <p:sldId id="298" r:id="rId22"/>
    <p:sldId id="266" r:id="rId23"/>
    <p:sldId id="294" r:id="rId24"/>
    <p:sldId id="284" r:id="rId25"/>
    <p:sldId id="305" r:id="rId26"/>
    <p:sldId id="304" r:id="rId27"/>
    <p:sldId id="328" r:id="rId28"/>
    <p:sldId id="321" r:id="rId29"/>
    <p:sldId id="295" r:id="rId30"/>
    <p:sldId id="299" r:id="rId31"/>
    <p:sldId id="301" r:id="rId32"/>
    <p:sldId id="302" r:id="rId33"/>
    <p:sldId id="303" r:id="rId34"/>
    <p:sldId id="317" r:id="rId35"/>
    <p:sldId id="318" r:id="rId36"/>
    <p:sldId id="300" r:id="rId37"/>
    <p:sldId id="323" r:id="rId38"/>
    <p:sldId id="324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y lin" initials="jl" lastIdx="2" clrIdx="0">
    <p:extLst>
      <p:ext uri="{19B8F6BF-5375-455C-9EA6-DF929625EA0E}">
        <p15:presenceInfo xmlns:p15="http://schemas.microsoft.com/office/powerpoint/2012/main" userId="c27066670bb4a7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B1685-0DB3-4890-809D-985701EAFD7F}" v="1" dt="2024-07-24T05:18:14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9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 Lin" userId="c4f23ff0c3e25d11" providerId="LiveId" clId="{38A485BE-C9C7-4F2C-A061-CCC22AB7048C}"/>
    <pc:docChg chg="undo custSel modSld">
      <pc:chgData name="Jay Lin" userId="c4f23ff0c3e25d11" providerId="LiveId" clId="{38A485BE-C9C7-4F2C-A061-CCC22AB7048C}" dt="2022-04-13T12:45:53.943" v="109" actId="20577"/>
      <pc:docMkLst>
        <pc:docMk/>
      </pc:docMkLst>
      <pc:sldChg chg="addSp delSp modSp mod">
        <pc:chgData name="Jay Lin" userId="c4f23ff0c3e25d11" providerId="LiveId" clId="{38A485BE-C9C7-4F2C-A061-CCC22AB7048C}" dt="2022-04-13T12:41:08.855" v="57" actId="167"/>
        <pc:sldMkLst>
          <pc:docMk/>
          <pc:sldMk cId="3098718000" sldId="284"/>
        </pc:sldMkLst>
        <pc:picChg chg="del mod">
          <ac:chgData name="Jay Lin" userId="c4f23ff0c3e25d11" providerId="LiveId" clId="{38A485BE-C9C7-4F2C-A061-CCC22AB7048C}" dt="2022-04-13T12:41:03.191" v="55" actId="478"/>
          <ac:picMkLst>
            <pc:docMk/>
            <pc:sldMk cId="3098718000" sldId="284"/>
            <ac:picMk id="3" creationId="{00000000-0000-0000-0000-000000000000}"/>
          </ac:picMkLst>
        </pc:picChg>
        <pc:picChg chg="add ord">
          <ac:chgData name="Jay Lin" userId="c4f23ff0c3e25d11" providerId="LiveId" clId="{38A485BE-C9C7-4F2C-A061-CCC22AB7048C}" dt="2022-04-13T12:41:08.855" v="57" actId="167"/>
          <ac:picMkLst>
            <pc:docMk/>
            <pc:sldMk cId="3098718000" sldId="284"/>
            <ac:picMk id="4" creationId="{650756B7-4BC6-40D4-812C-37CE0DC0CE3F}"/>
          </ac:picMkLst>
        </pc:picChg>
      </pc:sldChg>
      <pc:sldChg chg="addSp delSp modSp mod">
        <pc:chgData name="Jay Lin" userId="c4f23ff0c3e25d11" providerId="LiveId" clId="{38A485BE-C9C7-4F2C-A061-CCC22AB7048C}" dt="2022-04-13T12:34:29.502" v="29" actId="167"/>
        <pc:sldMkLst>
          <pc:docMk/>
          <pc:sldMk cId="3402053134" sldId="285"/>
        </pc:sldMkLst>
        <pc:spChg chg="mod">
          <ac:chgData name="Jay Lin" userId="c4f23ff0c3e25d11" providerId="LiveId" clId="{38A485BE-C9C7-4F2C-A061-CCC22AB7048C}" dt="2022-04-13T12:33:24.042" v="22" actId="1076"/>
          <ac:spMkLst>
            <pc:docMk/>
            <pc:sldMk cId="3402053134" sldId="285"/>
            <ac:spMk id="7" creationId="{00000000-0000-0000-0000-000000000000}"/>
          </ac:spMkLst>
        </pc:spChg>
        <pc:picChg chg="del">
          <ac:chgData name="Jay Lin" userId="c4f23ff0c3e25d11" providerId="LiveId" clId="{38A485BE-C9C7-4F2C-A061-CCC22AB7048C}" dt="2022-04-13T12:33:14.744" v="19" actId="478"/>
          <ac:picMkLst>
            <pc:docMk/>
            <pc:sldMk cId="3402053134" sldId="285"/>
            <ac:picMk id="3" creationId="{00000000-0000-0000-0000-000000000000}"/>
          </ac:picMkLst>
        </pc:picChg>
        <pc:picChg chg="add del ord">
          <ac:chgData name="Jay Lin" userId="c4f23ff0c3e25d11" providerId="LiveId" clId="{38A485BE-C9C7-4F2C-A061-CCC22AB7048C}" dt="2022-04-13T12:33:12.419" v="18" actId="22"/>
          <ac:picMkLst>
            <pc:docMk/>
            <pc:sldMk cId="3402053134" sldId="285"/>
            <ac:picMk id="4" creationId="{6B4F30BA-8617-4861-BBA6-8F420A52E063}"/>
          </ac:picMkLst>
        </pc:picChg>
        <pc:picChg chg="add ord">
          <ac:chgData name="Jay Lin" userId="c4f23ff0c3e25d11" providerId="LiveId" clId="{38A485BE-C9C7-4F2C-A061-CCC22AB7048C}" dt="2022-04-13T12:33:19.673" v="21" actId="167"/>
          <ac:picMkLst>
            <pc:docMk/>
            <pc:sldMk cId="3402053134" sldId="285"/>
            <ac:picMk id="6" creationId="{E41893DF-D846-449F-B5C7-8FF552311B86}"/>
          </ac:picMkLst>
        </pc:picChg>
        <pc:picChg chg="add mod ord">
          <ac:chgData name="Jay Lin" userId="c4f23ff0c3e25d11" providerId="LiveId" clId="{38A485BE-C9C7-4F2C-A061-CCC22AB7048C}" dt="2022-04-13T12:34:29.502" v="29" actId="167"/>
          <ac:picMkLst>
            <pc:docMk/>
            <pc:sldMk cId="3402053134" sldId="285"/>
            <ac:picMk id="8" creationId="{73B1F772-3DE4-49BF-BB9D-3E1C0C94AA55}"/>
          </ac:picMkLst>
        </pc:picChg>
      </pc:sldChg>
      <pc:sldChg chg="addSp delSp modSp mod">
        <pc:chgData name="Jay Lin" userId="c4f23ff0c3e25d11" providerId="LiveId" clId="{38A485BE-C9C7-4F2C-A061-CCC22AB7048C}" dt="2022-04-13T12:34:20.168" v="27" actId="167"/>
        <pc:sldMkLst>
          <pc:docMk/>
          <pc:sldMk cId="2198872576" sldId="286"/>
        </pc:sldMkLst>
        <pc:picChg chg="add ord">
          <ac:chgData name="Jay Lin" userId="c4f23ff0c3e25d11" providerId="LiveId" clId="{38A485BE-C9C7-4F2C-A061-CCC22AB7048C}" dt="2022-04-13T12:34:20.168" v="27" actId="167"/>
          <ac:picMkLst>
            <pc:docMk/>
            <pc:sldMk cId="2198872576" sldId="286"/>
            <ac:picMk id="3" creationId="{70B3CCF9-585E-46CE-B189-8FC9E2F2164C}"/>
          </ac:picMkLst>
        </pc:picChg>
        <pc:picChg chg="del mod">
          <ac:chgData name="Jay Lin" userId="c4f23ff0c3e25d11" providerId="LiveId" clId="{38A485BE-C9C7-4F2C-A061-CCC22AB7048C}" dt="2022-04-13T12:34:14.795" v="25" actId="478"/>
          <ac:picMkLst>
            <pc:docMk/>
            <pc:sldMk cId="2198872576" sldId="286"/>
            <ac:picMk id="13" creationId="{00000000-0000-0000-0000-000000000000}"/>
          </ac:picMkLst>
        </pc:picChg>
      </pc:sldChg>
      <pc:sldChg chg="addSp delSp modSp mod">
        <pc:chgData name="Jay Lin" userId="c4f23ff0c3e25d11" providerId="LiveId" clId="{38A485BE-C9C7-4F2C-A061-CCC22AB7048C}" dt="2022-04-13T12:35:39.462" v="34" actId="1076"/>
        <pc:sldMkLst>
          <pc:docMk/>
          <pc:sldMk cId="1861764225" sldId="288"/>
        </pc:sldMkLst>
        <pc:spChg chg="mod">
          <ac:chgData name="Jay Lin" userId="c4f23ff0c3e25d11" providerId="LiveId" clId="{38A485BE-C9C7-4F2C-A061-CCC22AB7048C}" dt="2022-04-13T12:35:39.462" v="34" actId="1076"/>
          <ac:spMkLst>
            <pc:docMk/>
            <pc:sldMk cId="1861764225" sldId="288"/>
            <ac:spMk id="8" creationId="{36F11688-55CD-40FD-BFFC-D5D846DD80E1}"/>
          </ac:spMkLst>
        </pc:spChg>
        <pc:picChg chg="add ord">
          <ac:chgData name="Jay Lin" userId="c4f23ff0c3e25d11" providerId="LiveId" clId="{38A485BE-C9C7-4F2C-A061-CCC22AB7048C}" dt="2022-04-13T12:35:33.091" v="33" actId="167"/>
          <ac:picMkLst>
            <pc:docMk/>
            <pc:sldMk cId="1861764225" sldId="288"/>
            <ac:picMk id="3" creationId="{851BB2A5-EFEA-4A45-9BEA-14796B590AFB}"/>
          </ac:picMkLst>
        </pc:picChg>
        <pc:picChg chg="del mod">
          <ac:chgData name="Jay Lin" userId="c4f23ff0c3e25d11" providerId="LiveId" clId="{38A485BE-C9C7-4F2C-A061-CCC22AB7048C}" dt="2022-04-13T12:35:29.151" v="31" actId="478"/>
          <ac:picMkLst>
            <pc:docMk/>
            <pc:sldMk cId="1861764225" sldId="288"/>
            <ac:picMk id="7" creationId="{00000000-0000-0000-0000-000000000000}"/>
          </ac:picMkLst>
        </pc:picChg>
      </pc:sldChg>
      <pc:sldChg chg="addSp delSp modSp mod">
        <pc:chgData name="Jay Lin" userId="c4f23ff0c3e25d11" providerId="LiveId" clId="{38A485BE-C9C7-4F2C-A061-CCC22AB7048C}" dt="2022-04-13T12:40:22.238" v="53" actId="167"/>
        <pc:sldMkLst>
          <pc:docMk/>
          <pc:sldMk cId="4148327841" sldId="289"/>
        </pc:sldMkLst>
        <pc:picChg chg="add ord">
          <ac:chgData name="Jay Lin" userId="c4f23ff0c3e25d11" providerId="LiveId" clId="{38A485BE-C9C7-4F2C-A061-CCC22AB7048C}" dt="2022-04-13T12:40:22.238" v="53" actId="167"/>
          <ac:picMkLst>
            <pc:docMk/>
            <pc:sldMk cId="4148327841" sldId="289"/>
            <ac:picMk id="3" creationId="{52DE40E8-5962-4E78-8C8E-DB95CA3F4F2D}"/>
          </ac:picMkLst>
        </pc:picChg>
        <pc:picChg chg="del mod">
          <ac:chgData name="Jay Lin" userId="c4f23ff0c3e25d11" providerId="LiveId" clId="{38A485BE-C9C7-4F2C-A061-CCC22AB7048C}" dt="2022-04-13T12:40:17.292" v="51" actId="478"/>
          <ac:picMkLst>
            <pc:docMk/>
            <pc:sldMk cId="4148327841" sldId="289"/>
            <ac:picMk id="4" creationId="{00000000-0000-0000-0000-000000000000}"/>
          </ac:picMkLst>
        </pc:picChg>
      </pc:sldChg>
      <pc:sldChg chg="addSp delSp modSp mod">
        <pc:chgData name="Jay Lin" userId="c4f23ff0c3e25d11" providerId="LiveId" clId="{38A485BE-C9C7-4F2C-A061-CCC22AB7048C}" dt="2022-04-13T12:43:30.962" v="60" actId="167"/>
        <pc:sldMkLst>
          <pc:docMk/>
          <pc:sldMk cId="1386971884" sldId="305"/>
        </pc:sldMkLst>
        <pc:picChg chg="del">
          <ac:chgData name="Jay Lin" userId="c4f23ff0c3e25d11" providerId="LiveId" clId="{38A485BE-C9C7-4F2C-A061-CCC22AB7048C}" dt="2022-04-13T12:43:24.365" v="58" actId="478"/>
          <ac:picMkLst>
            <pc:docMk/>
            <pc:sldMk cId="1386971884" sldId="305"/>
            <ac:picMk id="3" creationId="{00000000-0000-0000-0000-000000000000}"/>
          </ac:picMkLst>
        </pc:picChg>
        <pc:picChg chg="add ord">
          <ac:chgData name="Jay Lin" userId="c4f23ff0c3e25d11" providerId="LiveId" clId="{38A485BE-C9C7-4F2C-A061-CCC22AB7048C}" dt="2022-04-13T12:43:30.962" v="60" actId="167"/>
          <ac:picMkLst>
            <pc:docMk/>
            <pc:sldMk cId="1386971884" sldId="305"/>
            <ac:picMk id="4" creationId="{ADE07451-E157-4A48-BA7A-DCA35D2B7CEF}"/>
          </ac:picMkLst>
        </pc:picChg>
      </pc:sldChg>
      <pc:sldChg chg="addSp delSp modSp mod">
        <pc:chgData name="Jay Lin" userId="c4f23ff0c3e25d11" providerId="LiveId" clId="{38A485BE-C9C7-4F2C-A061-CCC22AB7048C}" dt="2022-04-13T12:30:50.563" v="12" actId="962"/>
        <pc:sldMkLst>
          <pc:docMk/>
          <pc:sldMk cId="3897679700" sldId="321"/>
        </pc:sldMkLst>
        <pc:spChg chg="add del mod">
          <ac:chgData name="Jay Lin" userId="c4f23ff0c3e25d11" providerId="LiveId" clId="{38A485BE-C9C7-4F2C-A061-CCC22AB7048C}" dt="2022-04-13T12:30:39.382" v="9" actId="478"/>
          <ac:spMkLst>
            <pc:docMk/>
            <pc:sldMk cId="3897679700" sldId="321"/>
            <ac:spMk id="3" creationId="{3766C01A-7518-40DC-9FA7-48743B4D45B4}"/>
          </ac:spMkLst>
        </pc:spChg>
        <pc:spChg chg="del">
          <ac:chgData name="Jay Lin" userId="c4f23ff0c3e25d11" providerId="LiveId" clId="{38A485BE-C9C7-4F2C-A061-CCC22AB7048C}" dt="2022-04-13T12:30:36.323" v="8" actId="478"/>
          <ac:spMkLst>
            <pc:docMk/>
            <pc:sldMk cId="3897679700" sldId="321"/>
            <ac:spMk id="7" creationId="{00000000-0000-0000-0000-000000000000}"/>
          </ac:spMkLst>
        </pc:spChg>
        <pc:picChg chg="del">
          <ac:chgData name="Jay Lin" userId="c4f23ff0c3e25d11" providerId="LiveId" clId="{38A485BE-C9C7-4F2C-A061-CCC22AB7048C}" dt="2022-04-13T12:30:31.957" v="7" actId="478"/>
          <ac:picMkLst>
            <pc:docMk/>
            <pc:sldMk cId="3897679700" sldId="321"/>
            <ac:picMk id="4" creationId="{00000000-0000-0000-0000-000000000000}"/>
          </ac:picMkLst>
        </pc:picChg>
        <pc:picChg chg="add mod">
          <ac:chgData name="Jay Lin" userId="c4f23ff0c3e25d11" providerId="LiveId" clId="{38A485BE-C9C7-4F2C-A061-CCC22AB7048C}" dt="2022-04-13T12:30:50.563" v="12" actId="962"/>
          <ac:picMkLst>
            <pc:docMk/>
            <pc:sldMk cId="3897679700" sldId="321"/>
            <ac:picMk id="6" creationId="{F87A41E6-F789-49AE-995B-152C703D512B}"/>
          </ac:picMkLst>
        </pc:picChg>
      </pc:sldChg>
      <pc:sldChg chg="modSp mod">
        <pc:chgData name="Jay Lin" userId="c4f23ff0c3e25d11" providerId="LiveId" clId="{38A485BE-C9C7-4F2C-A061-CCC22AB7048C}" dt="2022-04-13T12:45:53.943" v="109" actId="20577"/>
        <pc:sldMkLst>
          <pc:docMk/>
          <pc:sldMk cId="3508465667" sldId="322"/>
        </pc:sldMkLst>
        <pc:graphicFrameChg chg="modGraphic">
          <ac:chgData name="Jay Lin" userId="c4f23ff0c3e25d11" providerId="LiveId" clId="{38A485BE-C9C7-4F2C-A061-CCC22AB7048C}" dt="2022-04-13T12:45:53.943" v="109" actId="20577"/>
          <ac:graphicFrameMkLst>
            <pc:docMk/>
            <pc:sldMk cId="3508465667" sldId="322"/>
            <ac:graphicFrameMk id="6" creationId="{00000000-0000-0000-0000-000000000000}"/>
          </ac:graphicFrameMkLst>
        </pc:graphicFrameChg>
      </pc:sldChg>
      <pc:sldChg chg="addSp delSp modSp mod">
        <pc:chgData name="Jay Lin" userId="c4f23ff0c3e25d11" providerId="LiveId" clId="{38A485BE-C9C7-4F2C-A061-CCC22AB7048C}" dt="2022-04-13T12:38:53.980" v="49" actId="1076"/>
        <pc:sldMkLst>
          <pc:docMk/>
          <pc:sldMk cId="544770144" sldId="325"/>
        </pc:sldMkLst>
        <pc:spChg chg="mod">
          <ac:chgData name="Jay Lin" userId="c4f23ff0c3e25d11" providerId="LiveId" clId="{38A485BE-C9C7-4F2C-A061-CCC22AB7048C}" dt="2022-04-13T12:38:53.980" v="49" actId="1076"/>
          <ac:spMkLst>
            <pc:docMk/>
            <pc:sldMk cId="544770144" sldId="325"/>
            <ac:spMk id="7" creationId="{00000000-0000-0000-0000-000000000000}"/>
          </ac:spMkLst>
        </pc:spChg>
        <pc:picChg chg="del">
          <ac:chgData name="Jay Lin" userId="c4f23ff0c3e25d11" providerId="LiveId" clId="{38A485BE-C9C7-4F2C-A061-CCC22AB7048C}" dt="2022-04-13T12:38:36.310" v="44" actId="478"/>
          <ac:picMkLst>
            <pc:docMk/>
            <pc:sldMk cId="544770144" sldId="325"/>
            <ac:picMk id="3" creationId="{00000000-0000-0000-0000-000000000000}"/>
          </ac:picMkLst>
        </pc:picChg>
        <pc:picChg chg="add mod ord">
          <ac:chgData name="Jay Lin" userId="c4f23ff0c3e25d11" providerId="LiveId" clId="{38A485BE-C9C7-4F2C-A061-CCC22AB7048C}" dt="2022-04-13T12:38:48.931" v="48" actId="1076"/>
          <ac:picMkLst>
            <pc:docMk/>
            <pc:sldMk cId="544770144" sldId="325"/>
            <ac:picMk id="4" creationId="{0B53E205-6431-4CA5-8C9E-BF0F35397C6B}"/>
          </ac:picMkLst>
        </pc:picChg>
      </pc:sldChg>
      <pc:sldChg chg="addSp delSp modSp mod">
        <pc:chgData name="Jay Lin" userId="c4f23ff0c3e25d11" providerId="LiveId" clId="{38A485BE-C9C7-4F2C-A061-CCC22AB7048C}" dt="2022-04-13T12:37:47.487" v="43" actId="167"/>
        <pc:sldMkLst>
          <pc:docMk/>
          <pc:sldMk cId="533527297" sldId="326"/>
        </pc:sldMkLst>
        <pc:picChg chg="add ord">
          <ac:chgData name="Jay Lin" userId="c4f23ff0c3e25d11" providerId="LiveId" clId="{38A485BE-C9C7-4F2C-A061-CCC22AB7048C}" dt="2022-04-13T12:37:47.487" v="43" actId="167"/>
          <ac:picMkLst>
            <pc:docMk/>
            <pc:sldMk cId="533527297" sldId="326"/>
            <ac:picMk id="3" creationId="{5B8E2714-6016-4ADF-848E-117BCA65AF94}"/>
          </ac:picMkLst>
        </pc:picChg>
        <pc:picChg chg="del mod">
          <ac:chgData name="Jay Lin" userId="c4f23ff0c3e25d11" providerId="LiveId" clId="{38A485BE-C9C7-4F2C-A061-CCC22AB7048C}" dt="2022-04-13T12:37:43.538" v="41" actId="478"/>
          <ac:picMkLst>
            <pc:docMk/>
            <pc:sldMk cId="533527297" sldId="326"/>
            <ac:picMk id="9" creationId="{00000000-0000-0000-0000-000000000000}"/>
          </ac:picMkLst>
        </pc:picChg>
      </pc:sldChg>
      <pc:sldChg chg="addSp delSp modSp mod">
        <pc:chgData name="Jay Lin" userId="c4f23ff0c3e25d11" providerId="LiveId" clId="{38A485BE-C9C7-4F2C-A061-CCC22AB7048C}" dt="2022-04-13T12:36:47.213" v="39" actId="1076"/>
        <pc:sldMkLst>
          <pc:docMk/>
          <pc:sldMk cId="148193971" sldId="327"/>
        </pc:sldMkLst>
        <pc:spChg chg="mod">
          <ac:chgData name="Jay Lin" userId="c4f23ff0c3e25d11" providerId="LiveId" clId="{38A485BE-C9C7-4F2C-A061-CCC22AB7048C}" dt="2022-04-13T12:36:47.213" v="39" actId="1076"/>
          <ac:spMkLst>
            <pc:docMk/>
            <pc:sldMk cId="148193971" sldId="327"/>
            <ac:spMk id="5" creationId="{36F11688-55CD-40FD-BFFC-D5D846DD80E1}"/>
          </ac:spMkLst>
        </pc:spChg>
        <pc:picChg chg="del mod">
          <ac:chgData name="Jay Lin" userId="c4f23ff0c3e25d11" providerId="LiveId" clId="{38A485BE-C9C7-4F2C-A061-CCC22AB7048C}" dt="2022-04-13T12:35:54.306" v="36" actId="478"/>
          <ac:picMkLst>
            <pc:docMk/>
            <pc:sldMk cId="148193971" sldId="327"/>
            <ac:picMk id="2" creationId="{00000000-0000-0000-0000-000000000000}"/>
          </ac:picMkLst>
        </pc:picChg>
        <pc:picChg chg="add ord">
          <ac:chgData name="Jay Lin" userId="c4f23ff0c3e25d11" providerId="LiveId" clId="{38A485BE-C9C7-4F2C-A061-CCC22AB7048C}" dt="2022-04-13T12:36:35.442" v="38" actId="167"/>
          <ac:picMkLst>
            <pc:docMk/>
            <pc:sldMk cId="148193971" sldId="327"/>
            <ac:picMk id="4" creationId="{5E2D1D78-EFB0-4C46-B5EC-40F06B73EEF3}"/>
          </ac:picMkLst>
        </pc:picChg>
      </pc:sldChg>
      <pc:sldChg chg="addSp delSp modSp mod setBg">
        <pc:chgData name="Jay Lin" userId="c4f23ff0c3e25d11" providerId="LiveId" clId="{38A485BE-C9C7-4F2C-A061-CCC22AB7048C}" dt="2022-04-13T12:17:12.666" v="6" actId="26606"/>
        <pc:sldMkLst>
          <pc:docMk/>
          <pc:sldMk cId="286941207" sldId="328"/>
        </pc:sldMkLst>
        <pc:spChg chg="del">
          <ac:chgData name="Jay Lin" userId="c4f23ff0c3e25d11" providerId="LiveId" clId="{38A485BE-C9C7-4F2C-A061-CCC22AB7048C}" dt="2022-04-13T12:16:42.968" v="3" actId="478"/>
          <ac:spMkLst>
            <pc:docMk/>
            <pc:sldMk cId="286941207" sldId="328"/>
            <ac:spMk id="8" creationId="{00000000-0000-0000-0000-000000000000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9" creationId="{F3060C83-F051-4F0E-ABAD-AA0DFC48B218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11" creationId="{83C98ABE-055B-441F-B07E-44F97F083C39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13" creationId="{29FDB030-9B49-4CED-8CCD-4D99382388AC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15" creationId="{3783CA14-24A1-485C-8B30-D6A5D87987AD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17" creationId="{9A97C86A-04D6-40F7-AE84-31AB43E6A846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19" creationId="{FF9F2414-84E8-453E-B1F3-389FDE8192D9}"/>
          </ac:spMkLst>
        </pc:spChg>
        <pc:spChg chg="add del">
          <ac:chgData name="Jay Lin" userId="c4f23ff0c3e25d11" providerId="LiveId" clId="{38A485BE-C9C7-4F2C-A061-CCC22AB7048C}" dt="2022-04-13T12:17:12.666" v="6" actId="26606"/>
          <ac:spMkLst>
            <pc:docMk/>
            <pc:sldMk cId="286941207" sldId="328"/>
            <ac:spMk id="21" creationId="{3ECA69A1-7536-43AC-85EF-C7106179F5ED}"/>
          </ac:spMkLst>
        </pc:spChg>
        <pc:picChg chg="del mod">
          <ac:chgData name="Jay Lin" userId="c4f23ff0c3e25d11" providerId="LiveId" clId="{38A485BE-C9C7-4F2C-A061-CCC22AB7048C}" dt="2022-04-13T12:16:38.407" v="2" actId="478"/>
          <ac:picMkLst>
            <pc:docMk/>
            <pc:sldMk cId="286941207" sldId="328"/>
            <ac:picMk id="2" creationId="{00000000-0000-0000-0000-000000000000}"/>
          </ac:picMkLst>
        </pc:picChg>
        <pc:picChg chg="add mod">
          <ac:chgData name="Jay Lin" userId="c4f23ff0c3e25d11" providerId="LiveId" clId="{38A485BE-C9C7-4F2C-A061-CCC22AB7048C}" dt="2022-04-13T12:17:12.666" v="6" actId="26606"/>
          <ac:picMkLst>
            <pc:docMk/>
            <pc:sldMk cId="286941207" sldId="328"/>
            <ac:picMk id="4" creationId="{CCA700FD-EE8A-4E57-868B-E9267A3FA7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6AB71-956F-46ED-867D-C133B21122DE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DFB0E-51E4-458D-8118-F65FBBB2917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7435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19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1979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971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795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273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8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843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354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903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332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0716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FDD93-7B11-4A9B-9C2B-140EADF4357B}" type="datetimeFigureOut">
              <a:rPr lang="zh-TW" altLang="en-US" smtClean="0"/>
              <a:t>2024/7/25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9587F-DAC0-43AB-90EB-1AADF0077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13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192.168.1.15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Grism-T12s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快速操作手冊</a:t>
            </a:r>
          </a:p>
        </p:txBody>
      </p:sp>
    </p:spTree>
    <p:extLst>
      <p:ext uri="{BB962C8B-B14F-4D97-AF65-F5344CB8AC3E}">
        <p14:creationId xmlns:p14="http://schemas.microsoft.com/office/powerpoint/2010/main" val="1049623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347483"/>
              </p:ext>
            </p:extLst>
          </p:nvPr>
        </p:nvGraphicFramePr>
        <p:xfrm>
          <a:off x="1450759" y="2317072"/>
          <a:ext cx="8465598" cy="619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3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7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No.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When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Who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</a:rPr>
                        <a:t>What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2024/07/24</a:t>
                      </a:r>
                      <a:endParaRPr lang="zh-TW" altLang="zh-TW" sz="1200" kern="100" dirty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Jay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新增</a:t>
                      </a: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T12s</a:t>
                      </a:r>
                      <a:r>
                        <a:rPr lang="zh-TW" altLang="en-US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說明文件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089951327"/>
                  </a:ext>
                </a:extLst>
              </a:tr>
            </a:tbl>
          </a:graphicData>
        </a:graphic>
      </p:graphicFrame>
      <p:sp>
        <p:nvSpPr>
          <p:cNvPr id="8" name="標題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/>
              <a:t>Revision History</a:t>
            </a:r>
            <a:endParaRPr lang="zh-TW" altLang="zh-TW" b="1" dirty="0"/>
          </a:p>
        </p:txBody>
      </p:sp>
    </p:spTree>
    <p:extLst>
      <p:ext uri="{BB962C8B-B14F-4D97-AF65-F5344CB8AC3E}">
        <p14:creationId xmlns:p14="http://schemas.microsoft.com/office/powerpoint/2010/main" val="350846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圖片 170">
            <a:extLst>
              <a:ext uri="{FF2B5EF4-FFF2-40B4-BE49-F238E27FC236}">
                <a16:creationId xmlns:a16="http://schemas.microsoft.com/office/drawing/2014/main" id="{376649E5-AED3-4B25-A1A4-85E825C0B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6" y="0"/>
            <a:ext cx="12030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2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6BF9938-5E1E-B4E9-2785-2D1DD400F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12" y="430270"/>
            <a:ext cx="10097375" cy="59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2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設備簡介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/>
              <a:t>T12s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90585"/>
          </a:xfrm>
        </p:spPr>
        <p:txBody>
          <a:bodyPr>
            <a:normAutofit/>
          </a:bodyPr>
          <a:lstStyle/>
          <a:p>
            <a:r>
              <a:rPr lang="zh-TW" altLang="en-US" dirty="0"/>
              <a:t>有</a:t>
            </a:r>
            <a:r>
              <a:rPr lang="en-US" altLang="zh-TW" dirty="0"/>
              <a:t>12</a:t>
            </a:r>
            <a:r>
              <a:rPr lang="zh-TW" altLang="en-US" dirty="0"/>
              <a:t>個</a:t>
            </a:r>
            <a:r>
              <a:rPr lang="en-US" altLang="zh-TW" dirty="0"/>
              <a:t>10G/1G</a:t>
            </a:r>
            <a:r>
              <a:rPr lang="zh-TW" altLang="en-US" dirty="0"/>
              <a:t>介面可切換使用</a:t>
            </a:r>
            <a:endParaRPr lang="en-US" altLang="zh-TW" dirty="0"/>
          </a:p>
          <a:p>
            <a:r>
              <a:rPr lang="zh-TW" altLang="en-US" dirty="0"/>
              <a:t>主要功能為流量匯聚、分流、封包</a:t>
            </a:r>
            <a:r>
              <a:rPr lang="en-US" altLang="zh-TW" dirty="0"/>
              <a:t>tagging/stripping</a:t>
            </a:r>
            <a:r>
              <a:rPr lang="zh-TW" altLang="en-US" dirty="0"/>
              <a:t>、</a:t>
            </a:r>
            <a:r>
              <a:rPr lang="en-US" altLang="zh-TW" dirty="0"/>
              <a:t>L2-L7</a:t>
            </a:r>
            <a:r>
              <a:rPr lang="zh-TW" altLang="en-US" dirty="0"/>
              <a:t>條件過濾、硬體</a:t>
            </a:r>
            <a:r>
              <a:rPr lang="en-US" altLang="zh-TW" dirty="0"/>
              <a:t>bypass</a:t>
            </a:r>
            <a:r>
              <a:rPr lang="zh-TW" altLang="en-US" dirty="0"/>
              <a:t>、軟體</a:t>
            </a:r>
            <a:r>
              <a:rPr lang="en-US" altLang="zh-TW" dirty="0"/>
              <a:t>bypass</a:t>
            </a:r>
            <a:r>
              <a:rPr lang="zh-TW" altLang="en-US" dirty="0"/>
              <a:t>、支援</a:t>
            </a:r>
            <a:r>
              <a:rPr lang="en-US" altLang="zh-TW" dirty="0"/>
              <a:t>GRE/VXLAN Tunnel</a:t>
            </a:r>
            <a:r>
              <a:rPr lang="zh-TW" altLang="en-US" dirty="0"/>
              <a:t>以及</a:t>
            </a:r>
            <a:r>
              <a:rPr lang="en-US" altLang="zh-TW" dirty="0" err="1"/>
              <a:t>netflow</a:t>
            </a:r>
            <a:r>
              <a:rPr lang="en-US" altLang="zh-TW" dirty="0"/>
              <a:t> v5/v9/IPFIX(v10) 1:1</a:t>
            </a:r>
            <a:r>
              <a:rPr lang="zh-TW" altLang="en-US" dirty="0"/>
              <a:t>輸出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B4628B3-5F5D-60FC-DFFE-E065605086E5}"/>
              </a:ext>
            </a:extLst>
          </p:cNvPr>
          <p:cNvSpPr txBox="1"/>
          <p:nvPr/>
        </p:nvSpPr>
        <p:spPr>
          <a:xfrm>
            <a:off x="7285274" y="5034510"/>
            <a:ext cx="5088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accent1"/>
                </a:solidFill>
              </a:rPr>
              <a:t>M0</a:t>
            </a:r>
            <a:endParaRPr lang="zh-TW" altLang="en-US" sz="1600" dirty="0">
              <a:solidFill>
                <a:schemeClr val="accent1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36248E2-54E9-BD64-DEDC-CF4577596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51" y="3625619"/>
            <a:ext cx="10087897" cy="315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0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操作畫面簡介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提供</a:t>
            </a:r>
            <a:r>
              <a:rPr lang="en-US" altLang="zh-TW" dirty="0"/>
              <a:t>Web</a:t>
            </a:r>
            <a:r>
              <a:rPr lang="zh-TW" altLang="en-US" dirty="0"/>
              <a:t> </a:t>
            </a:r>
            <a:r>
              <a:rPr lang="en-US" altLang="zh-TW" dirty="0"/>
              <a:t>UI</a:t>
            </a:r>
            <a:r>
              <a:rPr lang="zh-TW" altLang="en-US" dirty="0"/>
              <a:t>，預設網址為 </a:t>
            </a:r>
            <a:r>
              <a:rPr lang="en-US" altLang="zh-TW" dirty="0">
                <a:hlinkClick r:id="rId2"/>
              </a:rPr>
              <a:t>https://192.168.1.150</a:t>
            </a:r>
            <a:endParaRPr lang="en-US" altLang="zh-TW" dirty="0"/>
          </a:p>
          <a:p>
            <a:r>
              <a:rPr lang="zh-TW" altLang="en-US" dirty="0"/>
              <a:t>系統資訊</a:t>
            </a:r>
            <a:endParaRPr lang="en-US" altLang="zh-TW" dirty="0"/>
          </a:p>
          <a:p>
            <a:r>
              <a:rPr lang="zh-TW" altLang="en-US" dirty="0"/>
              <a:t>系統設定</a:t>
            </a:r>
            <a:endParaRPr lang="en-US" altLang="zh-TW" dirty="0"/>
          </a:p>
          <a:p>
            <a:r>
              <a:rPr lang="zh-TW" altLang="en-US" dirty="0"/>
              <a:t>流量顯示</a:t>
            </a:r>
            <a:endParaRPr lang="en-US" altLang="zh-TW" dirty="0"/>
          </a:p>
          <a:p>
            <a:r>
              <a:rPr lang="en-US" altLang="zh-TW" dirty="0"/>
              <a:t>GRISM XML</a:t>
            </a:r>
            <a:r>
              <a:rPr lang="zh-TW" altLang="en-US" dirty="0"/>
              <a:t>設定，語法請參考 </a:t>
            </a:r>
            <a:r>
              <a:rPr lang="en-US" altLang="zh-TW" dirty="0"/>
              <a:t>https://packetx.gitbook.io/grism-xml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1918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A1022DB-6DCC-E217-E156-2EB3866C0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703"/>
            <a:ext cx="12192000" cy="6478594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8346222" y="3603936"/>
            <a:ext cx="261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預設帳號密碼</a:t>
            </a:r>
            <a:r>
              <a:rPr lang="en-US" altLang="zh-TW" sz="2400" dirty="0"/>
              <a:t>: </a:t>
            </a:r>
            <a:r>
              <a:rPr lang="en-US" altLang="zh-TW" sz="2400" dirty="0" err="1"/>
              <a:t>packetx</a:t>
            </a:r>
            <a:r>
              <a:rPr lang="en-US" altLang="zh-TW" sz="2400" dirty="0"/>
              <a:t>/</a:t>
            </a:r>
            <a:r>
              <a:rPr lang="en-US" altLang="zh-TW" sz="2400" dirty="0" err="1"/>
              <a:t>packetx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0205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軟體, 數字 的圖片&#10;&#10;自動產生的描述">
            <a:extLst>
              <a:ext uri="{FF2B5EF4-FFF2-40B4-BE49-F238E27FC236}">
                <a16:creationId xmlns:a16="http://schemas.microsoft.com/office/drawing/2014/main" id="{5C29F202-A892-874C-AD7F-8170C1439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179"/>
            <a:ext cx="12192000" cy="6487642"/>
          </a:xfrm>
          <a:prstGeom prst="rect">
            <a:avLst/>
          </a:prstGeom>
        </p:spPr>
      </p:pic>
      <p:sp>
        <p:nvSpPr>
          <p:cNvPr id="14" name="標題 5"/>
          <p:cNvSpPr txBox="1">
            <a:spLocks/>
          </p:cNvSpPr>
          <p:nvPr/>
        </p:nvSpPr>
        <p:spPr>
          <a:xfrm>
            <a:off x="8811995" y="4074356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系統資訊</a:t>
            </a:r>
          </a:p>
        </p:txBody>
      </p:sp>
    </p:spTree>
    <p:extLst>
      <p:ext uri="{BB962C8B-B14F-4D97-AF65-F5344CB8AC3E}">
        <p14:creationId xmlns:p14="http://schemas.microsoft.com/office/powerpoint/2010/main" val="2198872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31A3039-4502-8BEE-D09A-B6C623CA1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489"/>
            <a:ext cx="12192000" cy="6643021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36F11688-55CD-40FD-BFFC-D5D846DD80E1}"/>
              </a:ext>
            </a:extLst>
          </p:cNvPr>
          <p:cNvSpPr txBox="1">
            <a:spLocks/>
          </p:cNvSpPr>
          <p:nvPr/>
        </p:nvSpPr>
        <p:spPr>
          <a:xfrm>
            <a:off x="6361612" y="5250114"/>
            <a:ext cx="40887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各介面的流量</a:t>
            </a:r>
          </a:p>
        </p:txBody>
      </p:sp>
    </p:spTree>
    <p:extLst>
      <p:ext uri="{BB962C8B-B14F-4D97-AF65-F5344CB8AC3E}">
        <p14:creationId xmlns:p14="http://schemas.microsoft.com/office/powerpoint/2010/main" val="1861764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912541F-CF9A-EFF4-ED5D-3BD09B1AA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41455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36F11688-55CD-40FD-BFFC-D5D846DD80E1}"/>
              </a:ext>
            </a:extLst>
          </p:cNvPr>
          <p:cNvSpPr txBox="1">
            <a:spLocks/>
          </p:cNvSpPr>
          <p:nvPr/>
        </p:nvSpPr>
        <p:spPr>
          <a:xfrm>
            <a:off x="6211444" y="5197343"/>
            <a:ext cx="3640473" cy="11206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網路協定統計</a:t>
            </a:r>
          </a:p>
        </p:txBody>
      </p:sp>
    </p:spTree>
    <p:extLst>
      <p:ext uri="{BB962C8B-B14F-4D97-AF65-F5344CB8AC3E}">
        <p14:creationId xmlns:p14="http://schemas.microsoft.com/office/powerpoint/2010/main" val="14819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4C87821-C6DD-75EA-8A88-1F5C156CA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49389"/>
          </a:xfrm>
          <a:prstGeom prst="rect">
            <a:avLst/>
          </a:prstGeom>
        </p:spPr>
      </p:pic>
      <p:sp>
        <p:nvSpPr>
          <p:cNvPr id="11" name="標題 5"/>
          <p:cNvSpPr txBox="1">
            <a:spLocks/>
          </p:cNvSpPr>
          <p:nvPr/>
        </p:nvSpPr>
        <p:spPr>
          <a:xfrm>
            <a:off x="5988751" y="4535738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設定管理</a:t>
            </a:r>
            <a:r>
              <a:rPr lang="en-US" altLang="zh-TW" dirty="0"/>
              <a:t>IP/Gateway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3527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767C92F-107D-F84F-ACA7-AB856049F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54145"/>
          </a:xfrm>
          <a:prstGeom prst="rect">
            <a:avLst/>
          </a:prstGeom>
        </p:spPr>
      </p:pic>
      <p:sp>
        <p:nvSpPr>
          <p:cNvPr id="7" name="標題 5"/>
          <p:cNvSpPr txBox="1">
            <a:spLocks/>
          </p:cNvSpPr>
          <p:nvPr/>
        </p:nvSpPr>
        <p:spPr>
          <a:xfrm>
            <a:off x="7008390" y="5403886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設定</a:t>
            </a:r>
            <a:r>
              <a:rPr lang="en-US" altLang="zh-TW" dirty="0" err="1"/>
              <a:t>Netflow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4770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0C6CD7C-6E46-E1F4-68A8-95082DFEB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17"/>
            <a:ext cx="12192000" cy="6670766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585BD0DD-FF77-D42F-220A-3E59E030D99B}"/>
              </a:ext>
            </a:extLst>
          </p:cNvPr>
          <p:cNvSpPr txBox="1">
            <a:spLocks/>
          </p:cNvSpPr>
          <p:nvPr/>
        </p:nvSpPr>
        <p:spPr>
          <a:xfrm>
            <a:off x="5848714" y="4639506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設定系統操作告警</a:t>
            </a:r>
            <a:r>
              <a:rPr lang="en-US" altLang="zh-TW" dirty="0"/>
              <a:t>syslog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5079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4E0CFE9-1CD7-238B-E8AE-565CC2AAF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7" y="525528"/>
            <a:ext cx="10920406" cy="5806943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AD3E4CEA-2D5C-33E0-2D61-E6DD3AA9D93E}"/>
              </a:ext>
            </a:extLst>
          </p:cNvPr>
          <p:cNvSpPr txBox="1">
            <a:spLocks/>
          </p:cNvSpPr>
          <p:nvPr/>
        </p:nvSpPr>
        <p:spPr>
          <a:xfrm>
            <a:off x="5848714" y="4639506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短暫將流量儲存成</a:t>
            </a:r>
            <a:r>
              <a:rPr lang="en-US" altLang="zh-TW" dirty="0" err="1"/>
              <a:t>pcap</a:t>
            </a:r>
            <a:r>
              <a:rPr lang="zh-TW" altLang="en-US" dirty="0"/>
              <a:t>檔案</a:t>
            </a:r>
          </a:p>
        </p:txBody>
      </p:sp>
    </p:spTree>
    <p:extLst>
      <p:ext uri="{BB962C8B-B14F-4D97-AF65-F5344CB8AC3E}">
        <p14:creationId xmlns:p14="http://schemas.microsoft.com/office/powerpoint/2010/main" val="1217961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A85DC70-A8A4-D644-56EE-877EBE4F5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76" y="529338"/>
            <a:ext cx="10935648" cy="5799323"/>
          </a:xfrm>
          <a:prstGeom prst="rect">
            <a:avLst/>
          </a:prstGeo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AD3E4CEA-2D5C-33E0-2D61-E6DD3AA9D93E}"/>
              </a:ext>
            </a:extLst>
          </p:cNvPr>
          <p:cNvSpPr txBox="1">
            <a:spLocks/>
          </p:cNvSpPr>
          <p:nvPr/>
        </p:nvSpPr>
        <p:spPr>
          <a:xfrm>
            <a:off x="5848714" y="4639506"/>
            <a:ext cx="55004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err="1"/>
              <a:t>Pcap</a:t>
            </a:r>
            <a:r>
              <a:rPr lang="zh-TW" altLang="en-US" dirty="0"/>
              <a:t>檔案重播功能</a:t>
            </a:r>
          </a:p>
        </p:txBody>
      </p:sp>
    </p:spTree>
    <p:extLst>
      <p:ext uri="{BB962C8B-B14F-4D97-AF65-F5344CB8AC3E}">
        <p14:creationId xmlns:p14="http://schemas.microsoft.com/office/powerpoint/2010/main" val="3255823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軟體, 陳列 的圖片&#10;&#10;自動產生的描述">
            <a:extLst>
              <a:ext uri="{FF2B5EF4-FFF2-40B4-BE49-F238E27FC236}">
                <a16:creationId xmlns:a16="http://schemas.microsoft.com/office/drawing/2014/main" id="{950DDE78-93A7-725E-A3BC-3CC499C63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805"/>
            <a:ext cx="12192000" cy="650639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69954363-BA22-9AF5-89AE-887EC67ADA2E}"/>
              </a:ext>
            </a:extLst>
          </p:cNvPr>
          <p:cNvSpPr txBox="1"/>
          <p:nvPr/>
        </p:nvSpPr>
        <p:spPr>
          <a:xfrm>
            <a:off x="4680155" y="4994788"/>
            <a:ext cx="7305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https://packetx.gitbook.io/grism-xml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654577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GRISM XML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&lt;run&gt;</a:t>
            </a:r>
          </a:p>
          <a:p>
            <a:r>
              <a:rPr lang="en-US" altLang="zh-TW" dirty="0"/>
              <a:t>&lt;filter</a:t>
            </a:r>
            <a:r>
              <a:rPr lang="zh-TW" altLang="en-US" dirty="0"/>
              <a:t> </a:t>
            </a:r>
            <a:r>
              <a:rPr lang="en-US" altLang="zh-TW" dirty="0"/>
              <a:t>id=“1”&gt;</a:t>
            </a:r>
          </a:p>
          <a:p>
            <a:pPr lvl="1"/>
            <a:r>
              <a:rPr lang="en-US" altLang="zh-TW" dirty="0"/>
              <a:t>&lt;and&gt;,&lt;or&gt;</a:t>
            </a:r>
          </a:p>
          <a:p>
            <a:pPr lvl="1"/>
            <a:r>
              <a:rPr lang="en-US" altLang="zh-TW" dirty="0"/>
              <a:t>&lt;find&gt;</a:t>
            </a:r>
          </a:p>
          <a:p>
            <a:r>
              <a:rPr lang="en-US" altLang="zh-TW" dirty="0"/>
              <a:t>&lt;chain&gt;</a:t>
            </a:r>
          </a:p>
          <a:p>
            <a:pPr lvl="1"/>
            <a:r>
              <a:rPr lang="en-US" altLang="zh-TW" dirty="0"/>
              <a:t>&lt;in&gt;</a:t>
            </a:r>
          </a:p>
          <a:p>
            <a:pPr lvl="1"/>
            <a:r>
              <a:rPr lang="en-US" altLang="zh-TW" dirty="0"/>
              <a:t>&lt;fid&gt;</a:t>
            </a:r>
          </a:p>
          <a:p>
            <a:pPr lvl="1"/>
            <a:r>
              <a:rPr lang="en-US" altLang="zh-TW" dirty="0"/>
              <a:t>&lt;out&gt;</a:t>
            </a:r>
          </a:p>
          <a:p>
            <a:pPr lvl="1"/>
            <a:r>
              <a:rPr lang="en-US" altLang="zh-TW" dirty="0"/>
              <a:t>&lt;next type=“match”&gt; </a:t>
            </a:r>
          </a:p>
          <a:p>
            <a:pPr lvl="1"/>
            <a:r>
              <a:rPr lang="en-US" altLang="zh-TW" dirty="0"/>
              <a:t>&lt;next type=“</a:t>
            </a:r>
            <a:r>
              <a:rPr lang="en-US" altLang="zh-TW" dirty="0" err="1"/>
              <a:t>notmatch</a:t>
            </a:r>
            <a:r>
              <a:rPr lang="en-US" altLang="zh-TW" dirty="0"/>
              <a:t>”&gt; </a:t>
            </a:r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99654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&lt;filter&gt; (L2-L4)</a:t>
            </a:r>
            <a:endParaRPr lang="zh-TW" altLang="en-US" dirty="0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1084688" y="1494503"/>
            <a:ext cx="9190021" cy="25476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&lt;filter id=“1” name=“</a:t>
            </a:r>
            <a:r>
              <a:rPr lang="en-US" altLang="zh-TW" sz="2400" dirty="0" err="1"/>
              <a:t>dns</a:t>
            </a:r>
            <a:r>
              <a:rPr lang="en-US" altLang="zh-TW" sz="2400" dirty="0"/>
              <a:t>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=“no”&gt;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&lt;and&gt;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ip.dst</a:t>
            </a:r>
            <a:r>
              <a:rPr lang="en-US" altLang="zh-TW" sz="2400" dirty="0"/>
              <a:t>” relation=“==” content=“8.8.8.8”&gt;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udp.dstport</a:t>
            </a:r>
            <a:r>
              <a:rPr lang="en-US" altLang="zh-TW" sz="2400" dirty="0"/>
              <a:t>” relation=“==” content=“53”&gt;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&lt;/and&gt;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  <a:endParaRPr lang="zh-TW" altLang="en-US" sz="2400" dirty="0"/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1084688" y="4042202"/>
            <a:ext cx="8838539" cy="26527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id=“2” name=“</a:t>
            </a:r>
            <a:r>
              <a:rPr lang="en-US" altLang="zh-TW" sz="2400" dirty="0" err="1"/>
              <a:t>ip</a:t>
            </a:r>
            <a:r>
              <a:rPr lang="en-US" altLang="zh-TW" sz="2400" dirty="0"/>
              <a:t> list”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=“no”&gt;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ip.addr</a:t>
            </a:r>
            <a:r>
              <a:rPr lang="en-US" altLang="zh-TW" sz="2400" dirty="0"/>
              <a:t>” relation=“==” content=“8.8.8.8”&gt;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ip.addr</a:t>
            </a:r>
            <a:r>
              <a:rPr lang="en-US" altLang="zh-TW" sz="2400" dirty="0"/>
              <a:t>” relation=“==” content=“168.95.1.1”&gt;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04640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8039"/>
            <a:ext cx="10515600" cy="1325563"/>
          </a:xfrm>
        </p:spPr>
        <p:txBody>
          <a:bodyPr/>
          <a:lstStyle/>
          <a:p>
            <a:r>
              <a:rPr lang="en-US" altLang="zh-TW" dirty="0"/>
              <a:t>&lt;filter&gt; (L7)</a:t>
            </a:r>
            <a:endParaRPr lang="zh-TW" altLang="en-US" dirty="0"/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1106236" y="1325270"/>
            <a:ext cx="10515600" cy="2722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id=“3” name=“</a:t>
            </a:r>
            <a:r>
              <a:rPr lang="en-US" altLang="zh-TW" sz="2400" dirty="0" err="1"/>
              <a:t>dns</a:t>
            </a:r>
            <a:r>
              <a:rPr lang="en-US" altLang="zh-TW" sz="2400" dirty="0"/>
              <a:t> black list”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=“no”&gt;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&lt;or&gt;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name=“dns.qry.name”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xxx.com</a:t>
            </a:r>
            <a:r>
              <a:rPr lang="en-US" altLang="zh-TW" sz="2400" dirty="0"/>
              <a:t>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name=“dns.qry.name”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xyz.com</a:t>
            </a:r>
            <a:r>
              <a:rPr lang="en-US" altLang="zh-TW" sz="2400" dirty="0"/>
              <a:t>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D2AB0A51-047D-7895-8E6B-A7A65FF56EFF}"/>
              </a:ext>
            </a:extLst>
          </p:cNvPr>
          <p:cNvSpPr txBox="1">
            <a:spLocks/>
          </p:cNvSpPr>
          <p:nvPr/>
        </p:nvSpPr>
        <p:spPr>
          <a:xfrm>
            <a:off x="1106236" y="4046918"/>
            <a:ext cx="10515600" cy="2722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id=“4” name=“</a:t>
            </a:r>
            <a:r>
              <a:rPr lang="en-US" altLang="zh-TW" sz="2400" dirty="0" err="1"/>
              <a:t>ssl</a:t>
            </a:r>
            <a:r>
              <a:rPr lang="en-US" altLang="zh-TW" sz="2400" dirty="0"/>
              <a:t> black list”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=“no”&gt;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&lt;or&gt;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ssl.server_name</a:t>
            </a:r>
            <a:r>
              <a:rPr lang="en-US" altLang="zh-TW" sz="2400" dirty="0"/>
              <a:t>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xxx.com</a:t>
            </a:r>
            <a:r>
              <a:rPr lang="en-US" altLang="zh-TW" sz="2400" dirty="0"/>
              <a:t>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</a:t>
            </a:r>
            <a:r>
              <a:rPr lang="en-US" altLang="zh-TW" sz="2400" dirty="0" err="1"/>
              <a:t>ssl.server_name</a:t>
            </a:r>
            <a:r>
              <a:rPr lang="en-US" altLang="zh-TW" sz="2400" dirty="0"/>
              <a:t>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xyz.com</a:t>
            </a:r>
            <a:r>
              <a:rPr lang="en-US" altLang="zh-TW" sz="2400" dirty="0"/>
              <a:t>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</a:p>
        </p:txBody>
      </p:sp>
    </p:spTree>
    <p:extLst>
      <p:ext uri="{BB962C8B-B14F-4D97-AF65-F5344CB8AC3E}">
        <p14:creationId xmlns:p14="http://schemas.microsoft.com/office/powerpoint/2010/main" val="2786148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8039"/>
            <a:ext cx="10515600" cy="1325563"/>
          </a:xfrm>
        </p:spPr>
        <p:txBody>
          <a:bodyPr/>
          <a:lstStyle/>
          <a:p>
            <a:r>
              <a:rPr lang="en-US" altLang="zh-TW" dirty="0"/>
              <a:t>&lt;filter&gt; (L7)</a:t>
            </a:r>
            <a:endParaRPr lang="zh-TW" altLang="en-US" dirty="0"/>
          </a:p>
        </p:txBody>
      </p:sp>
      <p:sp>
        <p:nvSpPr>
          <p:cNvPr id="7" name="內容版面配置區 2"/>
          <p:cNvSpPr txBox="1">
            <a:spLocks/>
          </p:cNvSpPr>
          <p:nvPr/>
        </p:nvSpPr>
        <p:spPr>
          <a:xfrm>
            <a:off x="1106236" y="1603601"/>
            <a:ext cx="10515600" cy="43645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&lt;filter id=“2” name=“l7 test” </a:t>
            </a:r>
            <a:r>
              <a:rPr lang="en-US" altLang="zh-TW" sz="2400" dirty="0" err="1"/>
              <a:t>sessionBase</a:t>
            </a:r>
            <a:r>
              <a:rPr lang="en-US" altLang="zh-TW" sz="2400" dirty="0"/>
              <a:t>=“yes”&gt;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&lt;or&gt;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name=“regex”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\x0bgooglevideo\x03com</a:t>
            </a:r>
            <a:r>
              <a:rPr lang="en-US" altLang="zh-TW" sz="2400" dirty="0"/>
              <a:t>”&gt;</a:t>
            </a:r>
          </a:p>
          <a:p>
            <a:pPr marL="0" indent="0">
              <a:buNone/>
            </a:pPr>
            <a:r>
              <a:rPr lang="en-US" altLang="zh-TW" sz="2400" dirty="0"/>
              <a:t>        &lt;find name=“regex” relation=“==” content=“</a:t>
            </a:r>
            <a:r>
              <a:rPr lang="en-US" altLang="zh-TW" sz="2400" dirty="0">
                <a:solidFill>
                  <a:srgbClr val="222222"/>
                </a:solidFill>
                <a:cs typeface="Arial" panose="020B0604020202020204" pitchFamily="34" charset="0"/>
              </a:rPr>
              <a:t>{s}\/.*Host: yahoo\.com</a:t>
            </a:r>
            <a:r>
              <a:rPr lang="en-US" altLang="zh-TW" sz="2400" dirty="0"/>
              <a:t>”&gt;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    &lt;/or&gt;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&lt;/filter&gt;</a:t>
            </a:r>
          </a:p>
          <a:p>
            <a:pPr marL="0" indent="0">
              <a:buNone/>
            </a:pPr>
            <a:endParaRPr lang="en-US" altLang="zh-TW" sz="18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ps1: </a:t>
            </a:r>
            <a:r>
              <a:rPr lang="en-US" altLang="zh-TW" sz="1800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\x0bgooglevideo\x03com  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是要比對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DNS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訊息內的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domain </a:t>
            </a:r>
            <a:r>
              <a:rPr lang="en-US" altLang="zh-TW" sz="1800" b="1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googlevideo.com</a:t>
            </a:r>
          </a:p>
          <a:p>
            <a:pPr marL="0" indent="0">
              <a:buNone/>
            </a:pP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ps2: </a:t>
            </a:r>
            <a:r>
              <a:rPr lang="en-US" altLang="zh-TW" sz="1800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{s}\/.*Host: yahoo\.com     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是要比對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HTTP host </a:t>
            </a:r>
            <a:r>
              <a:rPr lang="en-US" altLang="zh-TW" sz="1800" b="1" dirty="0">
                <a:solidFill>
                  <a:srgbClr val="FF0000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yahoo.com</a:t>
            </a:r>
          </a:p>
          <a:p>
            <a:pPr marL="0" indent="0">
              <a:buNone/>
            </a:pP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比對成功後接下來屬於相同</a:t>
            </a:r>
            <a:r>
              <a:rPr lang="en-US" altLang="zh-TW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session</a:t>
            </a:r>
            <a:r>
              <a:rPr lang="zh-TW" altLang="en-US" sz="1800" dirty="0">
                <a:solidFill>
                  <a:srgbClr val="222222"/>
                </a:solidFill>
                <a:ea typeface="微軟正黑體" panose="020B0604030504040204" pitchFamily="34" charset="-120"/>
                <a:cs typeface="Arial" panose="020B0604020202020204" pitchFamily="34" charset="0"/>
              </a:rPr>
              <a:t>之封包會被濾出</a:t>
            </a:r>
            <a:endParaRPr lang="en-US" altLang="zh-TW" sz="1800" dirty="0">
              <a:solidFill>
                <a:srgbClr val="222222"/>
              </a:solidFill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91211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1" y="1665323"/>
            <a:ext cx="9522350" cy="551815"/>
          </a:xfrm>
        </p:spPr>
        <p:txBody>
          <a:bodyPr>
            <a:normAutofit/>
          </a:bodyPr>
          <a:lstStyle/>
          <a:p>
            <a:r>
              <a:rPr lang="en-US" altLang="zh-TW" dirty="0"/>
              <a:t>In/out</a:t>
            </a:r>
            <a:r>
              <a:rPr lang="zh-TW" altLang="en-US" dirty="0"/>
              <a:t>流量路徑規劃</a:t>
            </a:r>
            <a:endParaRPr lang="en-US" altLang="zh-TW" dirty="0"/>
          </a:p>
        </p:txBody>
      </p:sp>
      <p:sp>
        <p:nvSpPr>
          <p:cNvPr id="5" name="內容版面配置區 2"/>
          <p:cNvSpPr txBox="1">
            <a:spLocks/>
          </p:cNvSpPr>
          <p:nvPr/>
        </p:nvSpPr>
        <p:spPr>
          <a:xfrm>
            <a:off x="1063753" y="2247667"/>
            <a:ext cx="4158256" cy="45094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600" dirty="0"/>
              <a:t>&lt;chain id="0"&gt;</a:t>
            </a:r>
          </a:p>
          <a:p>
            <a:pPr marL="0" indent="0">
              <a:buNone/>
            </a:pPr>
            <a:r>
              <a:rPr lang="en-US" altLang="zh-TW" sz="1600" dirty="0"/>
              <a:t>    &lt;in&gt;P0&lt;/in&gt;</a:t>
            </a:r>
          </a:p>
          <a:p>
            <a:pPr marL="0" indent="0">
              <a:buNone/>
            </a:pPr>
            <a:r>
              <a:rPr lang="en-US" altLang="zh-TW" sz="16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1600" dirty="0"/>
              <a:t>    &lt;next type="match"&gt;</a:t>
            </a:r>
          </a:p>
          <a:p>
            <a:pPr marL="0" indent="0">
              <a:buNone/>
            </a:pPr>
            <a:r>
              <a:rPr lang="en-US" altLang="zh-TW" sz="1600" dirty="0"/>
              <a:t>        &lt;fid&gt;F2&lt;/fid&gt;</a:t>
            </a:r>
          </a:p>
          <a:p>
            <a:pPr marL="0" indent="0">
              <a:buNone/>
            </a:pPr>
            <a:r>
              <a:rPr lang="en-US" altLang="zh-TW" sz="1600" dirty="0"/>
              <a:t>        &lt;out&gt;P2&lt;/out&gt;</a:t>
            </a:r>
          </a:p>
          <a:p>
            <a:pPr marL="0" indent="0">
              <a:buNone/>
            </a:pPr>
            <a:r>
              <a:rPr lang="en-US" altLang="zh-TW" sz="1600" dirty="0"/>
              <a:t>    &lt;/next&gt;</a:t>
            </a:r>
          </a:p>
          <a:p>
            <a:pPr marL="0" indent="0">
              <a:buNone/>
            </a:pPr>
            <a:r>
              <a:rPr lang="zh-TW" altLang="en-US" sz="1600" dirty="0"/>
              <a:t>    </a:t>
            </a:r>
            <a:r>
              <a:rPr lang="en-US" altLang="zh-TW" sz="1600" dirty="0"/>
              <a:t>&lt;next type="</a:t>
            </a:r>
            <a:r>
              <a:rPr lang="en-US" altLang="zh-TW" sz="1600" dirty="0" err="1"/>
              <a:t>notmatch</a:t>
            </a:r>
            <a:r>
              <a:rPr lang="en-US" altLang="zh-TW" sz="1600" dirty="0"/>
              <a:t>"&gt;</a:t>
            </a:r>
          </a:p>
          <a:p>
            <a:pPr marL="0" indent="0">
              <a:buNone/>
            </a:pPr>
            <a:r>
              <a:rPr lang="en-US" altLang="zh-TW" sz="1600" dirty="0"/>
              <a:t>        &lt;fid&gt;F3&lt;/fid&gt;</a:t>
            </a:r>
          </a:p>
          <a:p>
            <a:pPr marL="0" indent="0">
              <a:buNone/>
            </a:pPr>
            <a:r>
              <a:rPr lang="en-US" altLang="zh-TW" sz="1600" dirty="0"/>
              <a:t>        &lt;out&gt;P3&lt;/out&gt;</a:t>
            </a:r>
          </a:p>
          <a:p>
            <a:pPr marL="0" indent="0">
              <a:buNone/>
            </a:pPr>
            <a:r>
              <a:rPr lang="en-US" altLang="zh-TW" sz="1600" dirty="0"/>
              <a:t>    &lt;/next&gt;</a:t>
            </a:r>
          </a:p>
          <a:p>
            <a:pPr marL="0" indent="0">
              <a:buNone/>
            </a:pPr>
            <a:r>
              <a:rPr lang="en-US" altLang="zh-TW" sz="1600" dirty="0"/>
              <a:t>&lt;/chain&gt;</a:t>
            </a:r>
            <a:endParaRPr lang="zh-TW" altLang="en-US" sz="1600" dirty="0"/>
          </a:p>
        </p:txBody>
      </p:sp>
      <p:sp>
        <p:nvSpPr>
          <p:cNvPr id="82" name="內容版面配置區 2"/>
          <p:cNvSpPr txBox="1">
            <a:spLocks/>
          </p:cNvSpPr>
          <p:nvPr/>
        </p:nvSpPr>
        <p:spPr>
          <a:xfrm>
            <a:off x="5921027" y="1562094"/>
            <a:ext cx="4158256" cy="45094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TW" altLang="en-US" sz="1600" dirty="0"/>
          </a:p>
        </p:txBody>
      </p:sp>
      <p:sp>
        <p:nvSpPr>
          <p:cNvPr id="104" name="流程圖: 程序 103"/>
          <p:cNvSpPr/>
          <p:nvPr/>
        </p:nvSpPr>
        <p:spPr>
          <a:xfrm>
            <a:off x="4814251" y="3039195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5" name="圓角矩形 104"/>
          <p:cNvSpPr/>
          <p:nvPr/>
        </p:nvSpPr>
        <p:spPr>
          <a:xfrm>
            <a:off x="5941293" y="3047326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106" name="直線單箭頭接點 105"/>
          <p:cNvCxnSpPr>
            <a:stCxn id="104" idx="3"/>
            <a:endCxn id="105" idx="1"/>
          </p:cNvCxnSpPr>
          <p:nvPr/>
        </p:nvCxnSpPr>
        <p:spPr>
          <a:xfrm>
            <a:off x="5437148" y="3282082"/>
            <a:ext cx="504145" cy="8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接點 106"/>
          <p:cNvCxnSpPr>
            <a:stCxn id="105" idx="3"/>
            <a:endCxn id="111" idx="1"/>
          </p:cNvCxnSpPr>
          <p:nvPr/>
        </p:nvCxnSpPr>
        <p:spPr>
          <a:xfrm>
            <a:off x="6558513" y="3290214"/>
            <a:ext cx="572063" cy="17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流程圖: 程序 107"/>
          <p:cNvSpPr/>
          <p:nvPr/>
        </p:nvSpPr>
        <p:spPr>
          <a:xfrm>
            <a:off x="8375259" y="3047505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9" name="流程圖: 程序 108"/>
          <p:cNvSpPr/>
          <p:nvPr/>
        </p:nvSpPr>
        <p:spPr>
          <a:xfrm>
            <a:off x="8375259" y="3775989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10" name="肘形接點 109"/>
          <p:cNvCxnSpPr>
            <a:stCxn id="105" idx="2"/>
            <a:endCxn id="112" idx="1"/>
          </p:cNvCxnSpPr>
          <p:nvPr/>
        </p:nvCxnSpPr>
        <p:spPr>
          <a:xfrm rot="16200000" flipH="1">
            <a:off x="6447351" y="3335652"/>
            <a:ext cx="485776" cy="8806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圓角矩形 110"/>
          <p:cNvSpPr/>
          <p:nvPr/>
        </p:nvSpPr>
        <p:spPr>
          <a:xfrm>
            <a:off x="7130576" y="3047505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F2</a:t>
            </a:r>
            <a:endParaRPr lang="zh-TW" altLang="en-US" dirty="0"/>
          </a:p>
        </p:txBody>
      </p:sp>
      <p:sp>
        <p:nvSpPr>
          <p:cNvPr id="112" name="圓角矩形 111"/>
          <p:cNvSpPr/>
          <p:nvPr/>
        </p:nvSpPr>
        <p:spPr>
          <a:xfrm>
            <a:off x="7130576" y="3775989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F3</a:t>
            </a:r>
            <a:endParaRPr lang="zh-TW" altLang="en-US" dirty="0"/>
          </a:p>
        </p:txBody>
      </p:sp>
      <p:cxnSp>
        <p:nvCxnSpPr>
          <p:cNvPr id="113" name="直線單箭頭接點 112"/>
          <p:cNvCxnSpPr>
            <a:stCxn id="111" idx="3"/>
            <a:endCxn id="108" idx="1"/>
          </p:cNvCxnSpPr>
          <p:nvPr/>
        </p:nvCxnSpPr>
        <p:spPr>
          <a:xfrm flipV="1">
            <a:off x="7747796" y="3290392"/>
            <a:ext cx="62746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>
            <a:stCxn id="112" idx="3"/>
            <a:endCxn id="109" idx="1"/>
          </p:cNvCxnSpPr>
          <p:nvPr/>
        </p:nvCxnSpPr>
        <p:spPr>
          <a:xfrm flipV="1">
            <a:off x="7747796" y="4018876"/>
            <a:ext cx="62746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字方塊 114"/>
          <p:cNvSpPr txBox="1"/>
          <p:nvPr/>
        </p:nvSpPr>
        <p:spPr>
          <a:xfrm>
            <a:off x="6486635" y="2928708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116" name="文字方塊 115"/>
          <p:cNvSpPr txBox="1"/>
          <p:nvPr/>
        </p:nvSpPr>
        <p:spPr>
          <a:xfrm>
            <a:off x="5884987" y="3431105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7661610" y="2928708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118" name="文字方塊 117"/>
          <p:cNvSpPr txBox="1"/>
          <p:nvPr/>
        </p:nvSpPr>
        <p:spPr>
          <a:xfrm>
            <a:off x="7687461" y="3662281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9228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r>
              <a:rPr lang="zh-TW" altLang="en-US" dirty="0"/>
              <a:t>匯聚以及分流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3315694" y="3137372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P0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" name="直線單箭頭接點 6"/>
          <p:cNvCxnSpPr>
            <a:cxnSpLocks/>
            <a:stCxn id="4" idx="3"/>
          </p:cNvCxnSpPr>
          <p:nvPr/>
        </p:nvCxnSpPr>
        <p:spPr>
          <a:xfrm>
            <a:off x="3938591" y="3380259"/>
            <a:ext cx="503091" cy="3375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cxnSpLocks/>
            <a:stCxn id="34" idx="3"/>
          </p:cNvCxnSpPr>
          <p:nvPr/>
        </p:nvCxnSpPr>
        <p:spPr>
          <a:xfrm flipV="1">
            <a:off x="3938591" y="3717787"/>
            <a:ext cx="503091" cy="391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接點 40"/>
          <p:cNvCxnSpPr>
            <a:cxnSpLocks/>
            <a:endCxn id="33" idx="1"/>
          </p:cNvCxnSpPr>
          <p:nvPr/>
        </p:nvCxnSpPr>
        <p:spPr>
          <a:xfrm>
            <a:off x="4505746" y="3717787"/>
            <a:ext cx="1850171" cy="47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流程圖: 程序 73"/>
          <p:cNvSpPr/>
          <p:nvPr/>
        </p:nvSpPr>
        <p:spPr>
          <a:xfrm>
            <a:off x="6360841" y="2698779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P4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流程圖: 程序 80"/>
          <p:cNvSpPr/>
          <p:nvPr/>
        </p:nvSpPr>
        <p:spPr>
          <a:xfrm>
            <a:off x="6360841" y="4300107"/>
            <a:ext cx="617220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P6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流程圖: 程序 81"/>
          <p:cNvSpPr/>
          <p:nvPr/>
        </p:nvSpPr>
        <p:spPr>
          <a:xfrm>
            <a:off x="6360841" y="5032121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P7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35" name="肘形接點 134"/>
          <p:cNvCxnSpPr>
            <a:cxnSpLocks/>
            <a:endCxn id="81" idx="1"/>
          </p:cNvCxnSpPr>
          <p:nvPr/>
        </p:nvCxnSpPr>
        <p:spPr>
          <a:xfrm>
            <a:off x="5058902" y="3717787"/>
            <a:ext cx="1301939" cy="825207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圖: 程序 32"/>
          <p:cNvSpPr/>
          <p:nvPr/>
        </p:nvSpPr>
        <p:spPr>
          <a:xfrm>
            <a:off x="6355917" y="3479678"/>
            <a:ext cx="62214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P5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流程圖: 程序 33"/>
          <p:cNvSpPr/>
          <p:nvPr/>
        </p:nvSpPr>
        <p:spPr>
          <a:xfrm>
            <a:off x="3315694" y="3866033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P1</a:t>
            </a:r>
            <a:endParaRPr lang="zh-TW" altLang="en-US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2" name="肘形接點 51"/>
          <p:cNvCxnSpPr>
            <a:cxnSpLocks/>
            <a:endCxn id="74" idx="1"/>
          </p:cNvCxnSpPr>
          <p:nvPr/>
        </p:nvCxnSpPr>
        <p:spPr>
          <a:xfrm flipV="1">
            <a:off x="5058902" y="2941666"/>
            <a:ext cx="1301939" cy="77612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雲朵形圖說文字 83"/>
          <p:cNvSpPr/>
          <p:nvPr/>
        </p:nvSpPr>
        <p:spPr>
          <a:xfrm>
            <a:off x="5503997" y="2304086"/>
            <a:ext cx="2748181" cy="2664597"/>
          </a:xfrm>
          <a:prstGeom prst="cloudCallout">
            <a:avLst>
              <a:gd name="adj1" fmla="val -60676"/>
              <a:gd name="adj2" fmla="val 1827"/>
            </a:avLst>
          </a:prstGeom>
          <a:noFill/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altLang="zh-TW" dirty="0"/>
              <a:t>  </a:t>
            </a:r>
            <a:r>
              <a:rPr lang="zh-TW" altLang="en-US" dirty="0"/>
              <a:t>            </a:t>
            </a:r>
            <a:endParaRPr lang="en-US" altLang="zh-TW" dirty="0"/>
          </a:p>
          <a:p>
            <a:pPr algn="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8" name="雲朵形圖說文字 97"/>
          <p:cNvSpPr/>
          <p:nvPr/>
        </p:nvSpPr>
        <p:spPr>
          <a:xfrm>
            <a:off x="2088776" y="2829844"/>
            <a:ext cx="2070096" cy="1933459"/>
          </a:xfrm>
          <a:prstGeom prst="cloudCallout">
            <a:avLst>
              <a:gd name="adj1" fmla="val 51562"/>
              <a:gd name="adj2" fmla="val -4825"/>
            </a:avLst>
          </a:prstGeom>
          <a:noFill/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匯聚</a:t>
            </a:r>
          </a:p>
        </p:txBody>
      </p:sp>
      <p:sp>
        <p:nvSpPr>
          <p:cNvPr id="86" name="圓角矩形圖說文字 85"/>
          <p:cNvSpPr/>
          <p:nvPr/>
        </p:nvSpPr>
        <p:spPr>
          <a:xfrm>
            <a:off x="7276469" y="4968684"/>
            <a:ext cx="1212574" cy="612648"/>
          </a:xfrm>
          <a:prstGeom prst="wedgeRoundRectCallout">
            <a:avLst>
              <a:gd name="adj1" fmla="val -70939"/>
              <a:gd name="adj2" fmla="val -1094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複製一份流量送出</a:t>
            </a:r>
          </a:p>
        </p:txBody>
      </p:sp>
      <p:cxnSp>
        <p:nvCxnSpPr>
          <p:cNvPr id="141" name="肘形接點 140"/>
          <p:cNvCxnSpPr>
            <a:cxnSpLocks/>
            <a:endCxn id="82" idx="1"/>
          </p:cNvCxnSpPr>
          <p:nvPr/>
        </p:nvCxnSpPr>
        <p:spPr>
          <a:xfrm>
            <a:off x="4505746" y="3717787"/>
            <a:ext cx="1855095" cy="1557221"/>
          </a:xfrm>
          <a:prstGeom prst="bentConnector3">
            <a:avLst>
              <a:gd name="adj1" fmla="val 1653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339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097853" y="1752448"/>
            <a:ext cx="8997567" cy="4763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&lt;chain&gt;</a:t>
            </a:r>
          </a:p>
          <a:p>
            <a:pPr marL="0" indent="0">
              <a:buNone/>
            </a:pPr>
            <a:r>
              <a:rPr lang="en-US" altLang="zh-TW" sz="2000" dirty="0"/>
              <a:t>    &lt;in&gt;P0,P1&lt;/in&gt;</a:t>
            </a:r>
          </a:p>
          <a:p>
            <a:pPr marL="0" indent="0">
              <a:buNone/>
            </a:pPr>
            <a:r>
              <a:rPr lang="en-US" altLang="zh-TW" sz="2000" dirty="0"/>
              <a:t>    &lt;next&gt;</a:t>
            </a:r>
          </a:p>
          <a:p>
            <a:pPr marL="0" indent="0">
              <a:buNone/>
            </a:pPr>
            <a:r>
              <a:rPr lang="en-US" altLang="zh-TW" sz="2000" dirty="0"/>
              <a:t>        &lt;out type="</a:t>
            </a:r>
            <a:r>
              <a:rPr lang="en-US" altLang="zh-TW" sz="2000" dirty="0" err="1"/>
              <a:t>loadBalance</a:t>
            </a:r>
            <a:r>
              <a:rPr lang="en-US" altLang="zh-TW" sz="2000" dirty="0"/>
              <a:t>"&gt;P4,P5,P6&lt;/out&gt;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    &lt;next&gt;</a:t>
            </a:r>
          </a:p>
          <a:p>
            <a:pPr marL="0" indent="0">
              <a:buNone/>
            </a:pPr>
            <a:r>
              <a:rPr lang="en-US" altLang="zh-TW" sz="2000" dirty="0"/>
              <a:t>        &lt;out&gt;P7&lt;/out&gt;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29932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9249FAE1-98C4-03F9-80FE-5AB5E07EE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950"/>
            <a:ext cx="12192000" cy="6462100"/>
          </a:xfrm>
          <a:prstGeom prst="rect">
            <a:avLst/>
          </a:prstGeom>
        </p:spPr>
      </p:pic>
      <p:sp>
        <p:nvSpPr>
          <p:cNvPr id="8" name="標題 1"/>
          <p:cNvSpPr txBox="1">
            <a:spLocks/>
          </p:cNvSpPr>
          <p:nvPr/>
        </p:nvSpPr>
        <p:spPr>
          <a:xfrm>
            <a:off x="6700709" y="4065968"/>
            <a:ext cx="46358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Tunnel</a:t>
            </a:r>
            <a:r>
              <a:rPr lang="zh-TW" altLang="en-US" dirty="0"/>
              <a:t>介面</a:t>
            </a:r>
            <a:r>
              <a:rPr lang="en-US" altLang="zh-TW" dirty="0"/>
              <a:t>IP</a:t>
            </a:r>
            <a:r>
              <a:rPr lang="zh-TW" altLang="en-US" dirty="0"/>
              <a:t>設定</a:t>
            </a:r>
          </a:p>
        </p:txBody>
      </p:sp>
    </p:spTree>
    <p:extLst>
      <p:ext uri="{BB962C8B-B14F-4D97-AF65-F5344CB8AC3E}">
        <p14:creationId xmlns:p14="http://schemas.microsoft.com/office/powerpoint/2010/main" val="3098718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D64970F-3F09-ED11-CDBA-618610D69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452"/>
            <a:ext cx="12192000" cy="6487096"/>
          </a:xfrm>
          <a:prstGeom prst="rect">
            <a:avLst/>
          </a:prstGeom>
        </p:spPr>
      </p:pic>
      <p:sp>
        <p:nvSpPr>
          <p:cNvPr id="7" name="標題 1"/>
          <p:cNvSpPr txBox="1">
            <a:spLocks/>
          </p:cNvSpPr>
          <p:nvPr/>
        </p:nvSpPr>
        <p:spPr>
          <a:xfrm>
            <a:off x="5615866" y="3740120"/>
            <a:ext cx="55918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Tunnel </a:t>
            </a:r>
            <a:r>
              <a:rPr lang="zh-TW" altLang="en-US" dirty="0"/>
              <a:t>發送端設定</a:t>
            </a:r>
          </a:p>
        </p:txBody>
      </p:sp>
      <p:sp>
        <p:nvSpPr>
          <p:cNvPr id="8" name="直線圖說文字 2 7"/>
          <p:cNvSpPr/>
          <p:nvPr/>
        </p:nvSpPr>
        <p:spPr>
          <a:xfrm>
            <a:off x="8411784" y="2180101"/>
            <a:ext cx="2795919" cy="705142"/>
          </a:xfrm>
          <a:prstGeom prst="borderCallout2">
            <a:avLst>
              <a:gd name="adj1" fmla="val 36360"/>
              <a:gd name="adj2" fmla="val -3353"/>
              <a:gd name="adj3" fmla="val 666"/>
              <a:gd name="adj4" fmla="val -32441"/>
              <a:gd name="adj5" fmla="val -3326"/>
              <a:gd name="adj6" fmla="val -10811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需使用上一頁</a:t>
            </a:r>
            <a:r>
              <a:rPr lang="en-US" altLang="zh-TW" dirty="0"/>
              <a:t>Tunnel</a:t>
            </a:r>
            <a:r>
              <a:rPr lang="zh-TW" altLang="en-US" dirty="0"/>
              <a:t>接收端設定的</a:t>
            </a:r>
            <a:r>
              <a:rPr lang="en-US" altLang="zh-TW" dirty="0"/>
              <a:t>Port</a:t>
            </a:r>
            <a:endParaRPr lang="zh-TW" altLang="en-US" dirty="0"/>
          </a:p>
        </p:txBody>
      </p:sp>
      <p:sp>
        <p:nvSpPr>
          <p:cNvPr id="9" name="直線圖說文字 2 8"/>
          <p:cNvSpPr/>
          <p:nvPr/>
        </p:nvSpPr>
        <p:spPr>
          <a:xfrm>
            <a:off x="8411784" y="2945801"/>
            <a:ext cx="1486818" cy="403301"/>
          </a:xfrm>
          <a:prstGeom prst="borderCallout2">
            <a:avLst>
              <a:gd name="adj1" fmla="val 36360"/>
              <a:gd name="adj2" fmla="val -3353"/>
              <a:gd name="adj3" fmla="val 39022"/>
              <a:gd name="adj4" fmla="val -46723"/>
              <a:gd name="adj5" fmla="val -117483"/>
              <a:gd name="adj6" fmla="val -191806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設定目的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sp>
        <p:nvSpPr>
          <p:cNvPr id="10" name="直線圖說文字 2 9"/>
          <p:cNvSpPr/>
          <p:nvPr/>
        </p:nvSpPr>
        <p:spPr>
          <a:xfrm>
            <a:off x="5858070" y="3349102"/>
            <a:ext cx="2273876" cy="576923"/>
          </a:xfrm>
          <a:prstGeom prst="borderCallout2">
            <a:avLst>
              <a:gd name="adj1" fmla="val 36360"/>
              <a:gd name="adj2" fmla="val -3353"/>
              <a:gd name="adj3" fmla="val 37484"/>
              <a:gd name="adj4" fmla="val -31496"/>
              <a:gd name="adj5" fmla="val -57470"/>
              <a:gd name="adj6" fmla="val -57298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P0</a:t>
            </a:r>
            <a:r>
              <a:rPr lang="zh-TW" altLang="en-US" dirty="0"/>
              <a:t>進來的封包往上述定義的</a:t>
            </a:r>
            <a:r>
              <a:rPr lang="en-US" altLang="zh-TW" dirty="0"/>
              <a:t>Output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r>
              <a:rPr lang="zh-TW" altLang="en-US" dirty="0"/>
              <a:t>送</a:t>
            </a:r>
          </a:p>
        </p:txBody>
      </p:sp>
    </p:spTree>
    <p:extLst>
      <p:ext uri="{BB962C8B-B14F-4D97-AF65-F5344CB8AC3E}">
        <p14:creationId xmlns:p14="http://schemas.microsoft.com/office/powerpoint/2010/main" val="1386971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HeartBeat</a:t>
            </a:r>
            <a:r>
              <a:rPr lang="zh-TW" altLang="en-US" dirty="0"/>
              <a:t> 設定情境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endParaRPr lang="en-US" altLang="zh-TW" dirty="0"/>
          </a:p>
        </p:txBody>
      </p:sp>
      <p:sp>
        <p:nvSpPr>
          <p:cNvPr id="4" name="矩形 3"/>
          <p:cNvSpPr/>
          <p:nvPr/>
        </p:nvSpPr>
        <p:spPr>
          <a:xfrm>
            <a:off x="5382704" y="2200511"/>
            <a:ext cx="1300899" cy="3373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IPS</a:t>
            </a:r>
          </a:p>
        </p:txBody>
      </p:sp>
      <p:sp>
        <p:nvSpPr>
          <p:cNvPr id="6" name="雲朵形 5"/>
          <p:cNvSpPr/>
          <p:nvPr/>
        </p:nvSpPr>
        <p:spPr>
          <a:xfrm>
            <a:off x="7428560" y="2637833"/>
            <a:ext cx="1606859" cy="781235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WAN</a:t>
            </a:r>
          </a:p>
        </p:txBody>
      </p:sp>
      <p:sp>
        <p:nvSpPr>
          <p:cNvPr id="7" name="流程圖: 磁碟 6"/>
          <p:cNvSpPr/>
          <p:nvPr/>
        </p:nvSpPr>
        <p:spPr>
          <a:xfrm>
            <a:off x="3229438" y="2786884"/>
            <a:ext cx="1260629" cy="488272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SW</a:t>
            </a:r>
          </a:p>
        </p:txBody>
      </p:sp>
      <p:sp>
        <p:nvSpPr>
          <p:cNvPr id="8" name="矩形 7"/>
          <p:cNvSpPr/>
          <p:nvPr/>
        </p:nvSpPr>
        <p:spPr>
          <a:xfrm>
            <a:off x="5039204" y="2780445"/>
            <a:ext cx="1987897" cy="50114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Grism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883082" y="2917776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P6</a:t>
            </a:r>
          </a:p>
        </p:txBody>
      </p:sp>
      <p:sp>
        <p:nvSpPr>
          <p:cNvPr id="11" name="矩形 10"/>
          <p:cNvSpPr/>
          <p:nvPr/>
        </p:nvSpPr>
        <p:spPr>
          <a:xfrm>
            <a:off x="5495241" y="2676209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P4</a:t>
            </a:r>
          </a:p>
        </p:txBody>
      </p:sp>
      <p:sp>
        <p:nvSpPr>
          <p:cNvPr id="13" name="矩形 12"/>
          <p:cNvSpPr/>
          <p:nvPr/>
        </p:nvSpPr>
        <p:spPr>
          <a:xfrm>
            <a:off x="6163382" y="2672800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P5</a:t>
            </a:r>
          </a:p>
        </p:txBody>
      </p:sp>
      <p:sp>
        <p:nvSpPr>
          <p:cNvPr id="14" name="矩形 13"/>
          <p:cNvSpPr/>
          <p:nvPr/>
        </p:nvSpPr>
        <p:spPr>
          <a:xfrm>
            <a:off x="6683603" y="2920604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P7</a:t>
            </a:r>
          </a:p>
        </p:txBody>
      </p:sp>
      <p:cxnSp>
        <p:nvCxnSpPr>
          <p:cNvPr id="16" name="直線接點 15"/>
          <p:cNvCxnSpPr>
            <a:stCxn id="7" idx="4"/>
            <a:endCxn id="10" idx="1"/>
          </p:cNvCxnSpPr>
          <p:nvPr/>
        </p:nvCxnSpPr>
        <p:spPr>
          <a:xfrm flipV="1">
            <a:off x="4490067" y="3028451"/>
            <a:ext cx="393015" cy="2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1" idx="0"/>
          </p:cNvCxnSpPr>
          <p:nvPr/>
        </p:nvCxnSpPr>
        <p:spPr>
          <a:xfrm flipH="1" flipV="1">
            <a:off x="5707345" y="2537863"/>
            <a:ext cx="1" cy="138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3" idx="0"/>
          </p:cNvCxnSpPr>
          <p:nvPr/>
        </p:nvCxnSpPr>
        <p:spPr>
          <a:xfrm flipH="1" flipV="1">
            <a:off x="6375486" y="2537863"/>
            <a:ext cx="1" cy="134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4" idx="3"/>
            <a:endCxn id="6" idx="2"/>
          </p:cNvCxnSpPr>
          <p:nvPr/>
        </p:nvCxnSpPr>
        <p:spPr>
          <a:xfrm flipV="1">
            <a:off x="7107812" y="3028451"/>
            <a:ext cx="325732" cy="2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5413657" y="3660635"/>
            <a:ext cx="1300899" cy="3373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IPS</a:t>
            </a:r>
          </a:p>
        </p:txBody>
      </p:sp>
      <p:sp>
        <p:nvSpPr>
          <p:cNvPr id="34" name="雲朵形 33"/>
          <p:cNvSpPr/>
          <p:nvPr/>
        </p:nvSpPr>
        <p:spPr>
          <a:xfrm>
            <a:off x="7459513" y="4097957"/>
            <a:ext cx="1606859" cy="781235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WAN</a:t>
            </a:r>
          </a:p>
        </p:txBody>
      </p:sp>
      <p:sp>
        <p:nvSpPr>
          <p:cNvPr id="35" name="流程圖: 磁碟 34"/>
          <p:cNvSpPr/>
          <p:nvPr/>
        </p:nvSpPr>
        <p:spPr>
          <a:xfrm>
            <a:off x="3260391" y="4247008"/>
            <a:ext cx="1260629" cy="488272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SW</a:t>
            </a:r>
          </a:p>
        </p:txBody>
      </p:sp>
      <p:sp>
        <p:nvSpPr>
          <p:cNvPr id="36" name="矩形 35"/>
          <p:cNvSpPr/>
          <p:nvPr/>
        </p:nvSpPr>
        <p:spPr>
          <a:xfrm>
            <a:off x="5070157" y="4240569"/>
            <a:ext cx="1987897" cy="50114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Grism</a:t>
            </a:r>
            <a:endParaRPr lang="zh-TW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4914035" y="4377900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P6</a:t>
            </a:r>
          </a:p>
        </p:txBody>
      </p:sp>
      <p:sp>
        <p:nvSpPr>
          <p:cNvPr id="38" name="矩形 37"/>
          <p:cNvSpPr/>
          <p:nvPr/>
        </p:nvSpPr>
        <p:spPr>
          <a:xfrm>
            <a:off x="5526194" y="4136333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P4</a:t>
            </a:r>
          </a:p>
        </p:txBody>
      </p:sp>
      <p:sp>
        <p:nvSpPr>
          <p:cNvPr id="39" name="矩形 38"/>
          <p:cNvSpPr/>
          <p:nvPr/>
        </p:nvSpPr>
        <p:spPr>
          <a:xfrm>
            <a:off x="6194335" y="4132924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P5</a:t>
            </a:r>
          </a:p>
        </p:txBody>
      </p:sp>
      <p:sp>
        <p:nvSpPr>
          <p:cNvPr id="40" name="矩形 39"/>
          <p:cNvSpPr/>
          <p:nvPr/>
        </p:nvSpPr>
        <p:spPr>
          <a:xfrm>
            <a:off x="6714556" y="4380728"/>
            <a:ext cx="424209" cy="221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P7</a:t>
            </a:r>
          </a:p>
        </p:txBody>
      </p:sp>
      <p:cxnSp>
        <p:nvCxnSpPr>
          <p:cNvPr id="41" name="直線接點 40"/>
          <p:cNvCxnSpPr>
            <a:stCxn id="35" idx="4"/>
            <a:endCxn id="37" idx="1"/>
          </p:cNvCxnSpPr>
          <p:nvPr/>
        </p:nvCxnSpPr>
        <p:spPr>
          <a:xfrm flipV="1">
            <a:off x="4521020" y="4488575"/>
            <a:ext cx="393015" cy="2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8" idx="0"/>
          </p:cNvCxnSpPr>
          <p:nvPr/>
        </p:nvCxnSpPr>
        <p:spPr>
          <a:xfrm flipH="1" flipV="1">
            <a:off x="5738298" y="3997987"/>
            <a:ext cx="1" cy="138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9" idx="0"/>
          </p:cNvCxnSpPr>
          <p:nvPr/>
        </p:nvCxnSpPr>
        <p:spPr>
          <a:xfrm flipH="1" flipV="1">
            <a:off x="6406439" y="3997987"/>
            <a:ext cx="1" cy="134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40" idx="3"/>
            <a:endCxn id="34" idx="2"/>
          </p:cNvCxnSpPr>
          <p:nvPr/>
        </p:nvCxnSpPr>
        <p:spPr>
          <a:xfrm flipV="1">
            <a:off x="7138765" y="4488575"/>
            <a:ext cx="325732" cy="2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>
            <a:off x="4242062" y="4495014"/>
            <a:ext cx="3591612" cy="10998"/>
          </a:xfrm>
          <a:prstGeom prst="straightConnector1">
            <a:avLst/>
          </a:prstGeom>
          <a:ln w="158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48"/>
          <p:cNvSpPr txBox="1"/>
          <p:nvPr/>
        </p:nvSpPr>
        <p:spPr>
          <a:xfrm>
            <a:off x="1684496" y="2786884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Normal</a:t>
            </a:r>
            <a:endParaRPr lang="zh-TW" altLang="en-US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723643" y="4248206"/>
            <a:ext cx="147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bypass</a:t>
            </a:r>
            <a:endParaRPr lang="zh-TW" altLang="en-US" dirty="0"/>
          </a:p>
        </p:txBody>
      </p:sp>
      <p:cxnSp>
        <p:nvCxnSpPr>
          <p:cNvPr id="52" name="弧形接點 51"/>
          <p:cNvCxnSpPr/>
          <p:nvPr/>
        </p:nvCxnSpPr>
        <p:spPr>
          <a:xfrm rot="5400000" flipH="1" flipV="1">
            <a:off x="6047334" y="2488288"/>
            <a:ext cx="3409" cy="668141"/>
          </a:xfrm>
          <a:prstGeom prst="curvedConnector3">
            <a:avLst>
              <a:gd name="adj1" fmla="val 17075535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直線圖說文字 2 56"/>
          <p:cNvSpPr/>
          <p:nvPr/>
        </p:nvSpPr>
        <p:spPr>
          <a:xfrm>
            <a:off x="7351743" y="1945997"/>
            <a:ext cx="1690604" cy="41813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0696"/>
              <a:gd name="adj6" fmla="val -64388"/>
            </a:avLst>
          </a:prstGeom>
          <a:ln w="158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HeartBeat</a:t>
            </a:r>
            <a:r>
              <a:rPr lang="en-US" altLang="zh-TW" dirty="0"/>
              <a:t> </a:t>
            </a:r>
            <a:r>
              <a:rPr lang="zh-TW" altLang="en-US" dirty="0"/>
              <a:t>封包</a:t>
            </a:r>
          </a:p>
        </p:txBody>
      </p:sp>
      <p:cxnSp>
        <p:nvCxnSpPr>
          <p:cNvPr id="58" name="弧形接點 57"/>
          <p:cNvCxnSpPr/>
          <p:nvPr/>
        </p:nvCxnSpPr>
        <p:spPr>
          <a:xfrm rot="5400000" flipH="1" flipV="1">
            <a:off x="6070664" y="3922906"/>
            <a:ext cx="3409" cy="668141"/>
          </a:xfrm>
          <a:prstGeom prst="curvedConnector3">
            <a:avLst>
              <a:gd name="adj1" fmla="val 17075535"/>
            </a:avLst>
          </a:prstGeom>
          <a:ln w="158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乘號 58"/>
          <p:cNvSpPr/>
          <p:nvPr/>
        </p:nvSpPr>
        <p:spPr>
          <a:xfrm>
            <a:off x="6163382" y="3643520"/>
            <a:ext cx="360024" cy="355696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5" name="直線接點 64"/>
          <p:cNvCxnSpPr/>
          <p:nvPr/>
        </p:nvCxnSpPr>
        <p:spPr>
          <a:xfrm>
            <a:off x="4282603" y="3014673"/>
            <a:ext cx="1319207" cy="13777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/>
          <p:nvPr/>
        </p:nvCxnSpPr>
        <p:spPr>
          <a:xfrm flipV="1">
            <a:off x="5601195" y="2364127"/>
            <a:ext cx="0" cy="671778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5601810" y="2369187"/>
            <a:ext cx="773676" cy="0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6383109" y="2364127"/>
            <a:ext cx="23330" cy="664323"/>
          </a:xfrm>
          <a:prstGeom prst="line">
            <a:avLst/>
          </a:prstGeom>
          <a:ln w="158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單箭頭接點 72"/>
          <p:cNvCxnSpPr/>
          <p:nvPr/>
        </p:nvCxnSpPr>
        <p:spPr>
          <a:xfrm>
            <a:off x="6406439" y="3012377"/>
            <a:ext cx="1250510" cy="23528"/>
          </a:xfrm>
          <a:prstGeom prst="straightConnector1">
            <a:avLst/>
          </a:prstGeom>
          <a:ln w="158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416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CA700FD-EE8A-4E57-868B-E9267A3FA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0200"/>
            <a:ext cx="12192000" cy="591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1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F87A41E6-F789-49AE-995B-152C703D5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269"/>
            <a:ext cx="12192000" cy="592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79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r>
              <a:rPr lang="en-US" altLang="zh-TW" dirty="0" err="1"/>
              <a:t>inlne</a:t>
            </a:r>
            <a:r>
              <a:rPr lang="zh-TW" altLang="en-US" dirty="0"/>
              <a:t>阻擋來源</a:t>
            </a:r>
            <a:r>
              <a:rPr lang="en-US" altLang="zh-TW" dirty="0"/>
              <a:t>IP</a:t>
            </a:r>
            <a:r>
              <a:rPr lang="zh-TW" altLang="en-US" dirty="0"/>
              <a:t>黑名單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2372766" y="323635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543105" y="3227452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4" idx="3"/>
            <a:endCxn id="5" idx="1"/>
          </p:cNvCxnSpPr>
          <p:nvPr/>
        </p:nvCxnSpPr>
        <p:spPr>
          <a:xfrm flipV="1">
            <a:off x="2995663" y="3470340"/>
            <a:ext cx="547442" cy="8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4755273" y="3956113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肘形接點 12"/>
          <p:cNvCxnSpPr>
            <a:stCxn id="5" idx="2"/>
            <a:endCxn id="11" idx="1"/>
          </p:cNvCxnSpPr>
          <p:nvPr/>
        </p:nvCxnSpPr>
        <p:spPr>
          <a:xfrm rot="16200000" flipH="1">
            <a:off x="4060608" y="3504334"/>
            <a:ext cx="485773" cy="90355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090547" y="310991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401535" y="359568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2377549" y="4564153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>
            <a:off x="3000446" y="4807040"/>
            <a:ext cx="17523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4752780" y="4564153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單箭頭接點 73"/>
          <p:cNvCxnSpPr>
            <a:stCxn id="5" idx="3"/>
            <a:endCxn id="94" idx="1"/>
          </p:cNvCxnSpPr>
          <p:nvPr/>
        </p:nvCxnSpPr>
        <p:spPr>
          <a:xfrm flipV="1">
            <a:off x="4160325" y="3470339"/>
            <a:ext cx="59245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流程圖: 程序 86"/>
          <p:cNvSpPr/>
          <p:nvPr/>
        </p:nvSpPr>
        <p:spPr>
          <a:xfrm>
            <a:off x="7671345" y="3114915"/>
            <a:ext cx="1310741" cy="7286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Syslog Collector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6203443" y="3109914"/>
            <a:ext cx="76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Syslog</a:t>
            </a:r>
            <a:endParaRPr lang="zh-TW" altLang="en-US" dirty="0"/>
          </a:p>
        </p:txBody>
      </p:sp>
      <p:sp>
        <p:nvSpPr>
          <p:cNvPr id="94" name="流程圖: 程序 93"/>
          <p:cNvSpPr/>
          <p:nvPr/>
        </p:nvSpPr>
        <p:spPr>
          <a:xfrm>
            <a:off x="4752780" y="3227452"/>
            <a:ext cx="1209691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0(</a:t>
            </a:r>
            <a:r>
              <a:rPr lang="en-US" altLang="zh-TW" dirty="0">
                <a:solidFill>
                  <a:schemeClr val="tx1"/>
                </a:solidFill>
              </a:rPr>
              <a:t>DROP)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6" name="直線單箭頭接點 95"/>
          <p:cNvCxnSpPr>
            <a:stCxn id="94" idx="3"/>
            <a:endCxn id="87" idx="1"/>
          </p:cNvCxnSpPr>
          <p:nvPr/>
        </p:nvCxnSpPr>
        <p:spPr>
          <a:xfrm>
            <a:off x="5962471" y="3470339"/>
            <a:ext cx="1708874" cy="89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線圖說文字 1 17"/>
          <p:cNvSpPr/>
          <p:nvPr/>
        </p:nvSpPr>
        <p:spPr>
          <a:xfrm>
            <a:off x="3543106" y="1838611"/>
            <a:ext cx="1277470" cy="590055"/>
          </a:xfrm>
          <a:prstGeom prst="borderCallout1">
            <a:avLst>
              <a:gd name="adj1" fmla="val 111502"/>
              <a:gd name="adj2" fmla="val 36992"/>
              <a:gd name="adj3" fmla="val 216640"/>
              <a:gd name="adj4" fmla="val 2832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Block IP list</a:t>
            </a:r>
          </a:p>
        </p:txBody>
      </p:sp>
    </p:spTree>
    <p:extLst>
      <p:ext uri="{BB962C8B-B14F-4D97-AF65-F5344CB8AC3E}">
        <p14:creationId xmlns:p14="http://schemas.microsoft.com/office/powerpoint/2010/main" val="26582686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029028" y="1668048"/>
            <a:ext cx="8997567" cy="4763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 id="0"&gt;</a:t>
            </a:r>
          </a:p>
          <a:p>
            <a:pPr marL="0" indent="0">
              <a:buNone/>
            </a:pPr>
            <a:r>
              <a:rPr lang="en-US" altLang="zh-TW" sz="2000" dirty="0"/>
              <a:t>    &lt;in&gt;P6&lt;/in&gt;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&lt;out&gt;P7&lt;/out&gt;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 id=“1"&gt;</a:t>
            </a:r>
          </a:p>
          <a:p>
            <a:pPr marL="0" indent="0">
              <a:buNone/>
            </a:pPr>
            <a:r>
              <a:rPr lang="en-US" altLang="zh-TW" sz="2000" dirty="0"/>
              <a:t>    &lt;in&gt;P7&lt;/in&gt;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&lt;out&gt;P6&lt;/out&gt;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  <p:sp>
        <p:nvSpPr>
          <p:cNvPr id="6" name="直線圖說文字 1 5"/>
          <p:cNvSpPr/>
          <p:nvPr/>
        </p:nvSpPr>
        <p:spPr>
          <a:xfrm>
            <a:off x="4611330" y="1493078"/>
            <a:ext cx="7041454" cy="2538147"/>
          </a:xfrm>
          <a:prstGeom prst="borderCallout1">
            <a:avLst>
              <a:gd name="adj1" fmla="val 37403"/>
              <a:gd name="adj2" fmla="val -3292"/>
              <a:gd name="adj3" fmla="val 47586"/>
              <a:gd name="adj4" fmla="val -24501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 &lt;filter id="1" name="</a:t>
            </a:r>
            <a:r>
              <a:rPr lang="en-US" altLang="zh-TW" dirty="0" err="1"/>
              <a:t>ip.dst</a:t>
            </a:r>
            <a:r>
              <a:rPr lang="en-US" altLang="zh-TW" dirty="0"/>
              <a:t> list" </a:t>
            </a:r>
            <a:r>
              <a:rPr lang="en-US" altLang="zh-TW" dirty="0" err="1"/>
              <a:t>sessionBase</a:t>
            </a:r>
            <a:r>
              <a:rPr lang="en-US" altLang="zh-TW" dirty="0"/>
              <a:t>=“yes“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ip.dst</a:t>
            </a:r>
            <a:r>
              <a:rPr lang="en-US" altLang="zh-TW" dirty="0"/>
              <a:t>" relation="==" content="110.250.158.62"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ip.dst</a:t>
            </a:r>
            <a:r>
              <a:rPr lang="en-US" altLang="zh-TW" dirty="0"/>
              <a:t>" relation="==" content="113.128.212.234"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ip.dst</a:t>
            </a:r>
            <a:r>
              <a:rPr lang="en-US" altLang="zh-TW" dirty="0"/>
              <a:t>" relation="==" content="113.161.194.221" /&gt;</a:t>
            </a:r>
          </a:p>
          <a:p>
            <a:r>
              <a:rPr lang="en-US" altLang="zh-TW" dirty="0"/>
              <a:t>          ….</a:t>
            </a:r>
            <a:r>
              <a:rPr lang="zh-TW" altLang="en-US" dirty="0"/>
              <a:t> </a:t>
            </a:r>
            <a:r>
              <a:rPr lang="en-US" altLang="zh-TW" dirty="0"/>
              <a:t>More than hundred thousands</a:t>
            </a:r>
          </a:p>
          <a:p>
            <a:r>
              <a:rPr lang="en-US" altLang="zh-TW" dirty="0"/>
              <a:t>&lt;/filter&gt;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42926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</a:t>
            </a:r>
            <a:r>
              <a:rPr lang="en-US" altLang="zh-TW" dirty="0" err="1"/>
              <a:t>inlne</a:t>
            </a:r>
            <a:r>
              <a:rPr lang="zh-TW" altLang="en-US" dirty="0"/>
              <a:t>阻擋</a:t>
            </a:r>
            <a:r>
              <a:rPr lang="en-US" altLang="zh-TW" dirty="0"/>
              <a:t>domain</a:t>
            </a:r>
            <a:r>
              <a:rPr lang="zh-TW" altLang="en-US" dirty="0"/>
              <a:t>黑名單</a:t>
            </a:r>
            <a:r>
              <a:rPr lang="en-US" altLang="zh-TW" dirty="0"/>
              <a:t>(HTTP request)</a:t>
            </a:r>
            <a:endParaRPr lang="zh-TW" altLang="en-US" dirty="0"/>
          </a:p>
        </p:txBody>
      </p:sp>
      <p:sp>
        <p:nvSpPr>
          <p:cNvPr id="4" name="流程圖: 程序 3"/>
          <p:cNvSpPr/>
          <p:nvPr/>
        </p:nvSpPr>
        <p:spPr>
          <a:xfrm>
            <a:off x="2315404" y="342756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485743" y="3418653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F0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4" idx="3"/>
            <a:endCxn id="5" idx="1"/>
          </p:cNvCxnSpPr>
          <p:nvPr/>
        </p:nvCxnSpPr>
        <p:spPr>
          <a:xfrm flipV="1">
            <a:off x="2938301" y="3661541"/>
            <a:ext cx="547442" cy="8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5460311" y="4208734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肘形接點 12"/>
          <p:cNvCxnSpPr>
            <a:stCxn id="5" idx="2"/>
            <a:endCxn id="11" idx="1"/>
          </p:cNvCxnSpPr>
          <p:nvPr/>
        </p:nvCxnSpPr>
        <p:spPr>
          <a:xfrm rot="16200000" flipH="1">
            <a:off x="4353736" y="3345045"/>
            <a:ext cx="547193" cy="166595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070389" y="330111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404301" y="388097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2315404" y="4851615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P7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 flipV="1">
            <a:off x="2938301" y="5089697"/>
            <a:ext cx="2522010" cy="48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5460311" y="484681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P6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單箭頭接點 73"/>
          <p:cNvCxnSpPr>
            <a:stCxn id="21" idx="3"/>
            <a:endCxn id="94" idx="1"/>
          </p:cNvCxnSpPr>
          <p:nvPr/>
        </p:nvCxnSpPr>
        <p:spPr>
          <a:xfrm>
            <a:off x="5267625" y="3661163"/>
            <a:ext cx="600577" cy="9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流程圖: 程序 86"/>
          <p:cNvSpPr/>
          <p:nvPr/>
        </p:nvSpPr>
        <p:spPr>
          <a:xfrm>
            <a:off x="7752352" y="3296831"/>
            <a:ext cx="1310741" cy="7286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syslog Collector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6871758" y="3322804"/>
            <a:ext cx="74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syslog</a:t>
            </a:r>
            <a:endParaRPr lang="zh-TW" altLang="en-US" dirty="0"/>
          </a:p>
        </p:txBody>
      </p:sp>
      <p:sp>
        <p:nvSpPr>
          <p:cNvPr id="94" name="流程圖: 程序 93"/>
          <p:cNvSpPr/>
          <p:nvPr/>
        </p:nvSpPr>
        <p:spPr>
          <a:xfrm>
            <a:off x="5868202" y="3427560"/>
            <a:ext cx="93587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0</a:t>
            </a:r>
            <a:r>
              <a:rPr lang="en-US" altLang="zh-TW" dirty="0">
                <a:solidFill>
                  <a:schemeClr val="tx1"/>
                </a:solidFill>
              </a:rPr>
              <a:t>(DROP)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6" name="直線單箭頭接點 95"/>
          <p:cNvCxnSpPr>
            <a:stCxn id="94" idx="3"/>
            <a:endCxn id="87" idx="1"/>
          </p:cNvCxnSpPr>
          <p:nvPr/>
        </p:nvCxnSpPr>
        <p:spPr>
          <a:xfrm flipV="1">
            <a:off x="6804076" y="3661162"/>
            <a:ext cx="948276" cy="9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圓角矩形 20"/>
          <p:cNvSpPr/>
          <p:nvPr/>
        </p:nvSpPr>
        <p:spPr>
          <a:xfrm>
            <a:off x="4650405" y="3418275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22" name="直線單箭頭接點 21"/>
          <p:cNvCxnSpPr>
            <a:stCxn id="5" idx="3"/>
            <a:endCxn id="21" idx="1"/>
          </p:cNvCxnSpPr>
          <p:nvPr/>
        </p:nvCxnSpPr>
        <p:spPr>
          <a:xfrm flipV="1">
            <a:off x="4102963" y="3661163"/>
            <a:ext cx="547442" cy="3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5284071" y="332280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cxnSp>
        <p:nvCxnSpPr>
          <p:cNvPr id="36" name="肘形接點 35"/>
          <p:cNvCxnSpPr>
            <a:stCxn id="21" idx="2"/>
            <a:endCxn id="11" idx="1"/>
          </p:cNvCxnSpPr>
          <p:nvPr/>
        </p:nvCxnSpPr>
        <p:spPr>
          <a:xfrm rot="16200000" flipH="1">
            <a:off x="4935878" y="3927187"/>
            <a:ext cx="547571" cy="50129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直線圖說文字 1 44"/>
          <p:cNvSpPr/>
          <p:nvPr/>
        </p:nvSpPr>
        <p:spPr>
          <a:xfrm>
            <a:off x="2420405" y="2038913"/>
            <a:ext cx="1682558" cy="590055"/>
          </a:xfrm>
          <a:prstGeom prst="borderCallout1">
            <a:avLst>
              <a:gd name="adj1" fmla="val 111502"/>
              <a:gd name="adj2" fmla="val 55109"/>
              <a:gd name="adj3" fmla="val 218144"/>
              <a:gd name="adj4" fmla="val 80804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is HTTP request</a:t>
            </a:r>
          </a:p>
        </p:txBody>
      </p:sp>
      <p:sp>
        <p:nvSpPr>
          <p:cNvPr id="46" name="直線圖說文字 1 45"/>
          <p:cNvSpPr/>
          <p:nvPr/>
        </p:nvSpPr>
        <p:spPr>
          <a:xfrm>
            <a:off x="4561614" y="2039225"/>
            <a:ext cx="1519101" cy="590055"/>
          </a:xfrm>
          <a:prstGeom prst="borderCallout1">
            <a:avLst>
              <a:gd name="adj1" fmla="val 111502"/>
              <a:gd name="adj2" fmla="val 55109"/>
              <a:gd name="adj3" fmla="val 216640"/>
              <a:gd name="adj4" fmla="val 2832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HTTP domains</a:t>
            </a:r>
          </a:p>
        </p:txBody>
      </p:sp>
    </p:spTree>
    <p:extLst>
      <p:ext uri="{BB962C8B-B14F-4D97-AF65-F5344CB8AC3E}">
        <p14:creationId xmlns:p14="http://schemas.microsoft.com/office/powerpoint/2010/main" val="275964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029028" y="1668048"/>
            <a:ext cx="8997567" cy="4763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 id="0"&gt;</a:t>
            </a:r>
          </a:p>
          <a:p>
            <a:pPr marL="0" indent="0">
              <a:buNone/>
            </a:pPr>
            <a:r>
              <a:rPr lang="en-US" altLang="zh-TW" sz="2000" dirty="0"/>
              <a:t>    &lt;in&gt;P6&lt;/in&gt;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&lt;fid&gt;F0&lt;/fid&gt;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type=“match"&gt;</a:t>
            </a:r>
          </a:p>
          <a:p>
            <a:pPr marL="0" indent="0">
              <a:buNone/>
            </a:pPr>
            <a:r>
              <a:rPr lang="en-US" altLang="zh-TW" sz="2000" dirty="0"/>
              <a:t>    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    &lt;out&gt;P7&lt;/out&gt;</a:t>
            </a:r>
          </a:p>
          <a:p>
            <a:pPr marL="0" indent="0">
              <a:buNone/>
            </a:pPr>
            <a:r>
              <a:rPr lang="en-US" altLang="zh-TW" sz="2000" dirty="0"/>
              <a:t>        &lt;/next&gt;       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&lt;out&gt;P7&lt;/out&gt;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</a:t>
            </a:r>
            <a:endParaRPr lang="zh-TW" altLang="en-US" dirty="0"/>
          </a:p>
        </p:txBody>
      </p:sp>
      <p:sp>
        <p:nvSpPr>
          <p:cNvPr id="6" name="直線圖說文字 1 5"/>
          <p:cNvSpPr/>
          <p:nvPr/>
        </p:nvSpPr>
        <p:spPr>
          <a:xfrm>
            <a:off x="4672402" y="3341924"/>
            <a:ext cx="6825662" cy="2524385"/>
          </a:xfrm>
          <a:prstGeom prst="borderCallout1">
            <a:avLst>
              <a:gd name="adj1" fmla="val 37403"/>
              <a:gd name="adj2" fmla="val -3292"/>
              <a:gd name="adj3" fmla="val 6088"/>
              <a:gd name="adj4" fmla="val -2323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 &lt;filter id="1" name=“domain list" </a:t>
            </a:r>
            <a:r>
              <a:rPr lang="en-US" altLang="zh-TW" dirty="0" err="1"/>
              <a:t>sessionBase</a:t>
            </a:r>
            <a:r>
              <a:rPr lang="en-US" altLang="zh-TW" dirty="0"/>
              <a:t>="no"&gt;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id="4" name="regex" relation="==" content="{s}\/.*Host: 1234\.review" /&gt;</a:t>
            </a:r>
          </a:p>
          <a:p>
            <a:r>
              <a:rPr lang="en-US" altLang="zh-TW" dirty="0"/>
              <a:t>          &lt;find id="5" name="regex" relation="==" content="{s}\/.*Host: 5678\.review" /&gt;</a:t>
            </a:r>
          </a:p>
          <a:p>
            <a:r>
              <a:rPr lang="en-US" altLang="zh-TW" dirty="0"/>
              <a:t>….</a:t>
            </a:r>
            <a:r>
              <a:rPr lang="zh-TW" altLang="en-US" dirty="0"/>
              <a:t> </a:t>
            </a:r>
            <a:r>
              <a:rPr lang="en-US" altLang="zh-TW" dirty="0"/>
              <a:t>More than tens of thousands</a:t>
            </a:r>
            <a:endParaRPr lang="zh-TW" altLang="en-US" dirty="0"/>
          </a:p>
        </p:txBody>
      </p:sp>
      <p:sp>
        <p:nvSpPr>
          <p:cNvPr id="8" name="直線圖說文字 1 7"/>
          <p:cNvSpPr/>
          <p:nvPr/>
        </p:nvSpPr>
        <p:spPr>
          <a:xfrm>
            <a:off x="4672401" y="988994"/>
            <a:ext cx="6825662" cy="1515992"/>
          </a:xfrm>
          <a:prstGeom prst="borderCallout1">
            <a:avLst>
              <a:gd name="adj1" fmla="val 37403"/>
              <a:gd name="adj2" fmla="val -3292"/>
              <a:gd name="adj3" fmla="val 106732"/>
              <a:gd name="adj4" fmla="val -25802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dirty="0"/>
              <a:t> &lt;filter id=“0" name=“http request(GET,POST,...)" </a:t>
            </a:r>
            <a:r>
              <a:rPr lang="en-US" altLang="zh-TW" dirty="0" err="1"/>
              <a:t>sessionBase</a:t>
            </a:r>
            <a:r>
              <a:rPr lang="en-US" altLang="zh-TW" dirty="0"/>
              <a:t>="no"&gt;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  &lt;find name="</a:t>
            </a:r>
            <a:r>
              <a:rPr lang="en-US" altLang="zh-TW" dirty="0" err="1"/>
              <a:t>http.request</a:t>
            </a:r>
            <a:r>
              <a:rPr lang="en-US" altLang="zh-TW" dirty="0"/>
              <a:t>" relation="==" content="" /&gt;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&lt;/filter&gt;</a:t>
            </a:r>
          </a:p>
        </p:txBody>
      </p:sp>
    </p:spTree>
    <p:extLst>
      <p:ext uri="{BB962C8B-B14F-4D97-AF65-F5344CB8AC3E}">
        <p14:creationId xmlns:p14="http://schemas.microsoft.com/office/powerpoint/2010/main" val="4235147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029028" y="1668048"/>
            <a:ext cx="8997567" cy="4763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 id=“1"&gt;</a:t>
            </a:r>
          </a:p>
          <a:p>
            <a:pPr marL="0" indent="0">
              <a:buNone/>
            </a:pPr>
            <a:r>
              <a:rPr lang="en-US" altLang="zh-TW" sz="2000" dirty="0"/>
              <a:t>    &lt;in&gt;P7&lt;/in&gt;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&lt;out&gt;P6&lt;/out&gt;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1800" dirty="0"/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838201" y="342485"/>
            <a:ext cx="10515600" cy="1325563"/>
          </a:xfrm>
        </p:spPr>
        <p:txBody>
          <a:bodyPr/>
          <a:lstStyle/>
          <a:p>
            <a:r>
              <a:rPr lang="en-US" altLang="zh-TW" dirty="0"/>
              <a:t>&lt;chain&gt; (cont.)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42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 </a:t>
            </a:r>
            <a:r>
              <a:rPr lang="en-US" altLang="zh-TW" dirty="0" err="1"/>
              <a:t>inlne</a:t>
            </a:r>
            <a:r>
              <a:rPr lang="zh-TW" altLang="en-US" dirty="0"/>
              <a:t>阻擋</a:t>
            </a:r>
            <a:r>
              <a:rPr lang="en-US" altLang="zh-TW" dirty="0"/>
              <a:t>IP/domain</a:t>
            </a:r>
            <a:r>
              <a:rPr lang="zh-TW" altLang="en-US" dirty="0"/>
              <a:t>黑名單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2363888" y="284024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534227" y="2831333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4" idx="3"/>
            <a:endCxn id="5" idx="1"/>
          </p:cNvCxnSpPr>
          <p:nvPr/>
        </p:nvCxnSpPr>
        <p:spPr>
          <a:xfrm flipV="1">
            <a:off x="2986785" y="3074221"/>
            <a:ext cx="547442" cy="8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4739118" y="4454844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肘形接點 12"/>
          <p:cNvCxnSpPr>
            <a:stCxn id="18" idx="2"/>
            <a:endCxn id="11" idx="1"/>
          </p:cNvCxnSpPr>
          <p:nvPr/>
        </p:nvCxnSpPr>
        <p:spPr>
          <a:xfrm rot="16200000" flipH="1">
            <a:off x="4081986" y="4040598"/>
            <a:ext cx="417983" cy="89628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081669" y="2713795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439413" y="333445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2363887" y="507945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>
            <a:off x="2986784" y="5322346"/>
            <a:ext cx="17523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4739118" y="5079459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單箭頭接點 73"/>
          <p:cNvCxnSpPr>
            <a:stCxn id="5" idx="3"/>
            <a:endCxn id="21" idx="1"/>
          </p:cNvCxnSpPr>
          <p:nvPr/>
        </p:nvCxnSpPr>
        <p:spPr>
          <a:xfrm flipV="1">
            <a:off x="4151447" y="3074220"/>
            <a:ext cx="60728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圓角矩形 17"/>
          <p:cNvSpPr/>
          <p:nvPr/>
        </p:nvSpPr>
        <p:spPr>
          <a:xfrm>
            <a:off x="3534227" y="3793973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F2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118170" y="3703784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21" name="流程圖: 程序 20"/>
          <p:cNvSpPr/>
          <p:nvPr/>
        </p:nvSpPr>
        <p:spPr>
          <a:xfrm>
            <a:off x="4758736" y="2799643"/>
            <a:ext cx="741740" cy="54915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(DROP)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cxnSp>
        <p:nvCxnSpPr>
          <p:cNvPr id="24" name="直線單箭頭接點 23"/>
          <p:cNvCxnSpPr>
            <a:stCxn id="5" idx="2"/>
            <a:endCxn id="18" idx="0"/>
          </p:cNvCxnSpPr>
          <p:nvPr/>
        </p:nvCxnSpPr>
        <p:spPr>
          <a:xfrm>
            <a:off x="3842837" y="3317108"/>
            <a:ext cx="0" cy="4768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3439413" y="426043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294268" y="3846708"/>
            <a:ext cx="30018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F1: IP </a:t>
            </a:r>
            <a:r>
              <a:rPr lang="zh-TW" altLang="en-US" dirty="0"/>
              <a:t>黑名單</a:t>
            </a:r>
            <a:endParaRPr lang="en-US" altLang="zh-TW" dirty="0"/>
          </a:p>
          <a:p>
            <a:r>
              <a:rPr lang="en-US" altLang="zh-TW" dirty="0"/>
              <a:t>F2: domain</a:t>
            </a:r>
            <a:r>
              <a:rPr lang="zh-TW" altLang="en-US" dirty="0"/>
              <a:t>黑名單</a:t>
            </a:r>
            <a:endParaRPr lang="en-US" altLang="zh-TW" dirty="0"/>
          </a:p>
          <a:p>
            <a:r>
              <a:rPr lang="en-US" altLang="zh-TW" dirty="0"/>
              <a:t>      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本範例是阻斷</a:t>
            </a:r>
            <a:r>
              <a:rPr lang="en-US" altLang="zh-TW" b="1" dirty="0">
                <a:solidFill>
                  <a:srgbClr val="FF0000"/>
                </a:solidFill>
              </a:rPr>
              <a:t>DNS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message!!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cxnSp>
        <p:nvCxnSpPr>
          <p:cNvPr id="34" name="肘形接點 33"/>
          <p:cNvCxnSpPr>
            <a:stCxn id="18" idx="3"/>
            <a:endCxn id="21" idx="2"/>
          </p:cNvCxnSpPr>
          <p:nvPr/>
        </p:nvCxnSpPr>
        <p:spPr>
          <a:xfrm flipV="1">
            <a:off x="4151447" y="3348797"/>
            <a:ext cx="978159" cy="68806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流程圖: 程序 21">
            <a:extLst>
              <a:ext uri="{FF2B5EF4-FFF2-40B4-BE49-F238E27FC236}">
                <a16:creationId xmlns:a16="http://schemas.microsoft.com/office/drawing/2014/main" id="{3A1026BB-D3A4-43E5-A320-2F070DBAB3B4}"/>
              </a:ext>
            </a:extLst>
          </p:cNvPr>
          <p:cNvSpPr/>
          <p:nvPr/>
        </p:nvSpPr>
        <p:spPr>
          <a:xfrm>
            <a:off x="6460578" y="2716260"/>
            <a:ext cx="1310741" cy="7286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syslog Collector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0D5FE8E-3042-4B4D-9F10-44CDF2E69A1B}"/>
              </a:ext>
            </a:extLst>
          </p:cNvPr>
          <p:cNvSpPr txBox="1"/>
          <p:nvPr/>
        </p:nvSpPr>
        <p:spPr>
          <a:xfrm>
            <a:off x="5579984" y="2742233"/>
            <a:ext cx="74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syslog</a:t>
            </a:r>
            <a:endParaRPr lang="zh-TW" altLang="en-US" dirty="0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23370E73-06E6-44DA-A50E-5049E895B2C7}"/>
              </a:ext>
            </a:extLst>
          </p:cNvPr>
          <p:cNvCxnSpPr>
            <a:endCxn id="22" idx="1"/>
          </p:cNvCxnSpPr>
          <p:nvPr/>
        </p:nvCxnSpPr>
        <p:spPr>
          <a:xfrm flipV="1">
            <a:off x="5512302" y="3080591"/>
            <a:ext cx="948276" cy="9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5452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762698" y="287250"/>
            <a:ext cx="10867050" cy="63532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 id="0"&gt;</a:t>
            </a:r>
          </a:p>
          <a:p>
            <a:pPr marL="0" indent="0">
              <a:buNone/>
            </a:pPr>
            <a:r>
              <a:rPr lang="en-US" altLang="zh-TW" sz="2000" dirty="0"/>
              <a:t>    &lt;in&gt;P0&lt;/in&gt;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&lt;fid&gt;F2&lt;/fid&gt;</a:t>
            </a:r>
          </a:p>
          <a:p>
            <a:pPr marL="0" indent="0">
              <a:buNone/>
            </a:pPr>
            <a:r>
              <a:rPr lang="en-US" altLang="zh-TW" sz="2000" dirty="0"/>
              <a:t>    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    &lt;out&gt;P1&lt;/out&gt;</a:t>
            </a:r>
          </a:p>
          <a:p>
            <a:pPr marL="0" indent="0">
              <a:buNone/>
            </a:pPr>
            <a:r>
              <a:rPr lang="en-US" altLang="zh-TW" sz="2000" dirty="0"/>
              <a:t>        &lt;/next&gt;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 id=“1"&gt;</a:t>
            </a:r>
          </a:p>
          <a:p>
            <a:pPr marL="0" indent="0">
              <a:buNone/>
            </a:pPr>
            <a:r>
              <a:rPr lang="en-US" altLang="zh-TW" sz="2000" dirty="0"/>
              <a:t>    &lt;in&gt;P1&lt;/in&gt;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&lt;out&gt;P0&lt;/out&gt;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6" name="直線圖說文字 1 5"/>
          <p:cNvSpPr/>
          <p:nvPr/>
        </p:nvSpPr>
        <p:spPr>
          <a:xfrm>
            <a:off x="4361683" y="456681"/>
            <a:ext cx="7016489" cy="2524385"/>
          </a:xfrm>
          <a:prstGeom prst="borderCallout1">
            <a:avLst>
              <a:gd name="adj1" fmla="val 35996"/>
              <a:gd name="adj2" fmla="val -1268"/>
              <a:gd name="adj3" fmla="val 31409"/>
              <a:gd name="adj4" fmla="val -26019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&lt;filter id="1" name="</a:t>
            </a:r>
            <a:r>
              <a:rPr lang="en-US" altLang="zh-TW" dirty="0" err="1"/>
              <a:t>ip</a:t>
            </a:r>
            <a:r>
              <a:rPr lang="en-US" altLang="zh-TW" dirty="0"/>
              <a:t> list"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content="110.250.158.62"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content="113.128.212.234" /&gt;</a:t>
            </a:r>
          </a:p>
          <a:p>
            <a:r>
              <a:rPr lang="en-US" altLang="zh-TW" dirty="0"/>
              <a:t>          &lt;find name="</a:t>
            </a:r>
            <a:r>
              <a:rPr lang="en-US" altLang="zh-TW" dirty="0" err="1"/>
              <a:t>ip.addr</a:t>
            </a:r>
            <a:r>
              <a:rPr lang="en-US" altLang="zh-TW" dirty="0"/>
              <a:t>" relation="==" content="113.161.194.221" /&gt;</a:t>
            </a:r>
          </a:p>
          <a:p>
            <a:r>
              <a:rPr lang="en-US" altLang="zh-TW" dirty="0"/>
              <a:t>          ….</a:t>
            </a:r>
            <a:r>
              <a:rPr lang="zh-TW" altLang="en-US" dirty="0"/>
              <a:t> </a:t>
            </a:r>
            <a:r>
              <a:rPr lang="en-US" altLang="zh-TW" dirty="0"/>
              <a:t>More than hundred thousands</a:t>
            </a:r>
            <a:endParaRPr lang="zh-TW" altLang="en-US" dirty="0"/>
          </a:p>
        </p:txBody>
      </p:sp>
      <p:sp>
        <p:nvSpPr>
          <p:cNvPr id="8" name="直線圖說文字 1 7"/>
          <p:cNvSpPr/>
          <p:nvPr/>
        </p:nvSpPr>
        <p:spPr>
          <a:xfrm>
            <a:off x="4361683" y="3378914"/>
            <a:ext cx="7016489" cy="2524385"/>
          </a:xfrm>
          <a:prstGeom prst="borderCallout1">
            <a:avLst>
              <a:gd name="adj1" fmla="val -3391"/>
              <a:gd name="adj2" fmla="val 3034"/>
              <a:gd name="adj3" fmla="val -37520"/>
              <a:gd name="adj4" fmla="val -21844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&lt;filter id=“2" name=“domain list"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  &lt;find name=“dns.qry.name" relation="==" content=“google.com" /&gt;</a:t>
            </a:r>
          </a:p>
          <a:p>
            <a:r>
              <a:rPr lang="en-US" altLang="zh-TW" dirty="0"/>
              <a:t>          &lt;find name="dns.qry.name" relation="==" content=“facebook.com" /&gt;</a:t>
            </a:r>
          </a:p>
          <a:p>
            <a:r>
              <a:rPr lang="en-US" altLang="zh-TW" dirty="0"/>
              <a:t>          &lt;find name= dns.qry.name" relation="==" content=“twitter.com" /&gt;</a:t>
            </a:r>
          </a:p>
          <a:p>
            <a:r>
              <a:rPr lang="en-US" altLang="zh-TW" dirty="0"/>
              <a:t>          ….</a:t>
            </a:r>
            <a:r>
              <a:rPr lang="zh-TW" altLang="en-US" dirty="0"/>
              <a:t> </a:t>
            </a:r>
            <a:r>
              <a:rPr lang="en-US" altLang="zh-TW" dirty="0"/>
              <a:t>More than hundred thousands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4706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設定比對到</a:t>
            </a:r>
            <a:r>
              <a:rPr lang="en-US" altLang="zh-TW" dirty="0"/>
              <a:t>IP/</a:t>
            </a:r>
            <a:r>
              <a:rPr lang="en-US" altLang="zh-TW" dirty="0" err="1"/>
              <a:t>domin</a:t>
            </a:r>
            <a:r>
              <a:rPr lang="zh-TW" altLang="en-US" dirty="0"/>
              <a:t>黑名單送出</a:t>
            </a:r>
            <a:r>
              <a:rPr lang="en-US" altLang="zh-TW" dirty="0"/>
              <a:t>syslog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8FD7494-14EB-BDC5-8167-562E923D9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58" y="1378155"/>
            <a:ext cx="8937396" cy="489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46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: </a:t>
            </a:r>
            <a:r>
              <a:rPr lang="en-US" altLang="zh-TW" dirty="0" err="1"/>
              <a:t>inlne</a:t>
            </a:r>
            <a:r>
              <a:rPr lang="zh-TW" altLang="en-US" dirty="0"/>
              <a:t>阻擋</a:t>
            </a:r>
            <a:r>
              <a:rPr lang="en-US" altLang="zh-TW" dirty="0"/>
              <a:t>URL</a:t>
            </a:r>
            <a:r>
              <a:rPr lang="zh-TW" altLang="en-US" dirty="0"/>
              <a:t>黑名單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2363888" y="2840240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534227" y="2831333"/>
            <a:ext cx="617220" cy="48577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F1</a:t>
            </a:r>
            <a:endParaRPr lang="zh-TW" altLang="en-US" dirty="0"/>
          </a:p>
        </p:txBody>
      </p:sp>
      <p:cxnSp>
        <p:nvCxnSpPr>
          <p:cNvPr id="6" name="直線單箭頭接點 5"/>
          <p:cNvCxnSpPr>
            <a:stCxn id="4" idx="3"/>
            <a:endCxn id="5" idx="1"/>
          </p:cNvCxnSpPr>
          <p:nvPr/>
        </p:nvCxnSpPr>
        <p:spPr>
          <a:xfrm flipV="1">
            <a:off x="2986785" y="3074221"/>
            <a:ext cx="547442" cy="89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程序 10"/>
          <p:cNvSpPr/>
          <p:nvPr/>
        </p:nvSpPr>
        <p:spPr>
          <a:xfrm>
            <a:off x="4739119" y="3667266"/>
            <a:ext cx="620404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肘形接點 12"/>
          <p:cNvCxnSpPr>
            <a:stCxn id="5" idx="2"/>
            <a:endCxn id="11" idx="1"/>
          </p:cNvCxnSpPr>
          <p:nvPr/>
        </p:nvCxnSpPr>
        <p:spPr>
          <a:xfrm rot="16200000" flipH="1">
            <a:off x="3994456" y="3165489"/>
            <a:ext cx="593045" cy="896282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4081669" y="2713795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yes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3439413" y="333445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</a:t>
            </a:r>
            <a:endParaRPr lang="zh-TW" altLang="en-US" dirty="0"/>
          </a:p>
        </p:txBody>
      </p:sp>
      <p:sp>
        <p:nvSpPr>
          <p:cNvPr id="33" name="流程圖: 程序 32"/>
          <p:cNvSpPr/>
          <p:nvPr/>
        </p:nvSpPr>
        <p:spPr>
          <a:xfrm>
            <a:off x="2363888" y="4291881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5" name="直線單箭頭接點 34"/>
          <p:cNvCxnSpPr>
            <a:stCxn id="33" idx="3"/>
            <a:endCxn id="47" idx="1"/>
          </p:cNvCxnSpPr>
          <p:nvPr/>
        </p:nvCxnSpPr>
        <p:spPr>
          <a:xfrm>
            <a:off x="2986785" y="4534768"/>
            <a:ext cx="175233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程序 46"/>
          <p:cNvSpPr/>
          <p:nvPr/>
        </p:nvSpPr>
        <p:spPr>
          <a:xfrm>
            <a:off x="4739119" y="4291881"/>
            <a:ext cx="622897" cy="48577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P0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4" name="直線單箭頭接點 73"/>
          <p:cNvCxnSpPr>
            <a:stCxn id="5" idx="3"/>
            <a:endCxn id="21" idx="1"/>
          </p:cNvCxnSpPr>
          <p:nvPr/>
        </p:nvCxnSpPr>
        <p:spPr>
          <a:xfrm flipV="1">
            <a:off x="4151447" y="3074220"/>
            <a:ext cx="60728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流程圖: 程序 20"/>
          <p:cNvSpPr/>
          <p:nvPr/>
        </p:nvSpPr>
        <p:spPr>
          <a:xfrm>
            <a:off x="4758736" y="2799643"/>
            <a:ext cx="741740" cy="549154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(DROP)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294268" y="3846708"/>
            <a:ext cx="1955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F1: URL </a:t>
            </a:r>
            <a:r>
              <a:rPr lang="zh-TW" altLang="en-US" dirty="0"/>
              <a:t>黑名單</a:t>
            </a:r>
            <a:r>
              <a:rPr lang="en-US" altLang="zh-TW" dirty="0"/>
              <a:t>      </a:t>
            </a:r>
            <a:endParaRPr lang="en-US" altLang="zh-TW" b="1" dirty="0">
              <a:solidFill>
                <a:srgbClr val="FF0000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本範例是阻斷</a:t>
            </a:r>
            <a:r>
              <a:rPr lang="en-US" altLang="zh-TW" b="1" dirty="0">
                <a:solidFill>
                  <a:srgbClr val="FF0000"/>
                </a:solidFill>
              </a:rPr>
              <a:t>URL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2" name="流程圖: 程序 21">
            <a:extLst>
              <a:ext uri="{FF2B5EF4-FFF2-40B4-BE49-F238E27FC236}">
                <a16:creationId xmlns:a16="http://schemas.microsoft.com/office/drawing/2014/main" id="{3A1026BB-D3A4-43E5-A320-2F070DBAB3B4}"/>
              </a:ext>
            </a:extLst>
          </p:cNvPr>
          <p:cNvSpPr/>
          <p:nvPr/>
        </p:nvSpPr>
        <p:spPr>
          <a:xfrm>
            <a:off x="6460578" y="2716260"/>
            <a:ext cx="1310741" cy="728661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syslog Collector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0D5FE8E-3042-4B4D-9F10-44CDF2E69A1B}"/>
              </a:ext>
            </a:extLst>
          </p:cNvPr>
          <p:cNvSpPr txBox="1"/>
          <p:nvPr/>
        </p:nvSpPr>
        <p:spPr>
          <a:xfrm>
            <a:off x="5579984" y="2742233"/>
            <a:ext cx="745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syslog</a:t>
            </a:r>
            <a:endParaRPr lang="zh-TW" altLang="en-US" dirty="0"/>
          </a:p>
        </p:txBody>
      </p: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23370E73-06E6-44DA-A50E-5049E895B2C7}"/>
              </a:ext>
            </a:extLst>
          </p:cNvPr>
          <p:cNvCxnSpPr>
            <a:endCxn id="22" idx="1"/>
          </p:cNvCxnSpPr>
          <p:nvPr/>
        </p:nvCxnSpPr>
        <p:spPr>
          <a:xfrm flipV="1">
            <a:off x="5512302" y="3080591"/>
            <a:ext cx="948276" cy="9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9044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762698" y="287250"/>
            <a:ext cx="10867050" cy="63532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000" dirty="0"/>
              <a:t>&lt;chain id="0"&gt;</a:t>
            </a:r>
          </a:p>
          <a:p>
            <a:pPr marL="0" indent="0">
              <a:buNone/>
            </a:pPr>
            <a:r>
              <a:rPr lang="en-US" altLang="zh-TW" sz="2000" dirty="0"/>
              <a:t>    &lt;in&gt;P0&lt;/in&gt;</a:t>
            </a:r>
          </a:p>
          <a:p>
            <a:pPr marL="0" indent="0">
              <a:buNone/>
            </a:pPr>
            <a:r>
              <a:rPr lang="en-US" altLang="zh-TW" sz="2000" dirty="0"/>
              <a:t>    &lt;fid&gt;F1&lt;/fid&gt;</a:t>
            </a:r>
          </a:p>
          <a:p>
            <a:pPr marL="0" indent="0">
              <a:buNone/>
            </a:pPr>
            <a:r>
              <a:rPr lang="en-US" altLang="zh-TW" sz="2000" dirty="0"/>
              <a:t>    &lt;out&gt;0&lt;/out&gt;</a:t>
            </a:r>
          </a:p>
          <a:p>
            <a:pPr marL="0" indent="0">
              <a:buNone/>
            </a:pPr>
            <a:r>
              <a:rPr lang="en-US" altLang="zh-TW" sz="2000" dirty="0"/>
              <a:t>    &lt;next type=“</a:t>
            </a:r>
            <a:r>
              <a:rPr lang="en-US" altLang="zh-TW" sz="2000" dirty="0" err="1"/>
              <a:t>notmatch</a:t>
            </a:r>
            <a:r>
              <a:rPr lang="en-US" altLang="zh-TW" sz="2000" dirty="0"/>
              <a:t>"&gt;</a:t>
            </a:r>
          </a:p>
          <a:p>
            <a:pPr marL="0" indent="0">
              <a:buNone/>
            </a:pPr>
            <a:r>
              <a:rPr lang="en-US" altLang="zh-TW" sz="2000" dirty="0"/>
              <a:t>        &lt;out&gt;P1&lt;/out&gt;</a:t>
            </a:r>
          </a:p>
          <a:p>
            <a:pPr marL="0" indent="0">
              <a:buNone/>
            </a:pPr>
            <a:r>
              <a:rPr lang="en-US" altLang="zh-TW" sz="2000" dirty="0"/>
              <a:t>    &lt;/next&gt;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</a:p>
          <a:p>
            <a:pPr marL="0" indent="0">
              <a:buNone/>
            </a:pPr>
            <a:r>
              <a:rPr lang="en-US" altLang="zh-TW" sz="2000" dirty="0"/>
              <a:t>&lt;chain id=“1"&gt;</a:t>
            </a:r>
          </a:p>
          <a:p>
            <a:pPr marL="0" indent="0">
              <a:buNone/>
            </a:pPr>
            <a:r>
              <a:rPr lang="en-US" altLang="zh-TW" sz="2000" dirty="0"/>
              <a:t>    &lt;in&gt;P1&lt;/in&gt;    </a:t>
            </a:r>
          </a:p>
          <a:p>
            <a:pPr marL="0" indent="0">
              <a:buNone/>
            </a:pPr>
            <a:r>
              <a:rPr lang="en-US" altLang="zh-TW" sz="2000" dirty="0"/>
              <a:t>    &lt;out&gt;P0&lt;/out&gt;</a:t>
            </a:r>
          </a:p>
          <a:p>
            <a:pPr marL="0" indent="0">
              <a:buNone/>
            </a:pPr>
            <a:r>
              <a:rPr lang="en-US" altLang="zh-TW" sz="2000" dirty="0"/>
              <a:t>&lt;/chain&gt;</a:t>
            </a:r>
            <a:endParaRPr lang="zh-TW" altLang="en-US" sz="2000" dirty="0"/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8" name="直線圖說文字 1 7"/>
          <p:cNvSpPr/>
          <p:nvPr/>
        </p:nvSpPr>
        <p:spPr>
          <a:xfrm>
            <a:off x="4406071" y="2201680"/>
            <a:ext cx="7016489" cy="2524385"/>
          </a:xfrm>
          <a:prstGeom prst="borderCallout1">
            <a:avLst>
              <a:gd name="adj1" fmla="val -3391"/>
              <a:gd name="adj2" fmla="val 3034"/>
              <a:gd name="adj3" fmla="val -35762"/>
              <a:gd name="adj4" fmla="val -26272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 &lt;filter id=“1" name=“</a:t>
            </a:r>
            <a:r>
              <a:rPr lang="en-US" altLang="zh-TW" dirty="0" err="1"/>
              <a:t>url</a:t>
            </a:r>
            <a:r>
              <a:rPr lang="en-US" altLang="zh-TW" dirty="0"/>
              <a:t> list" </a:t>
            </a:r>
            <a:r>
              <a:rPr lang="en-US" altLang="zh-TW" dirty="0" err="1"/>
              <a:t>matchedlog</a:t>
            </a:r>
            <a:r>
              <a:rPr lang="en-US" altLang="zh-TW" dirty="0"/>
              <a:t>=“yes”&gt;</a:t>
            </a:r>
          </a:p>
          <a:p>
            <a:r>
              <a:rPr lang="en-US" altLang="zh-TW" dirty="0"/>
              <a:t>        &lt;or&gt;</a:t>
            </a:r>
          </a:p>
          <a:p>
            <a:r>
              <a:rPr lang="en-US" altLang="zh-TW" dirty="0"/>
              <a:t>        &lt;find id=“1" name="http.request.url" relation="==" content="www.whitehollowtransport.com/current-elliott-c-89.html" /&gt;</a:t>
            </a:r>
          </a:p>
          <a:p>
            <a:r>
              <a:rPr lang="en-US" altLang="zh-TW" dirty="0"/>
              <a:t>        &lt;find id=“2" name="http.request.url" relation="==" content="hairdressertokill.tk/index/?1631501756857" /&gt;</a:t>
            </a:r>
          </a:p>
          <a:p>
            <a:r>
              <a:rPr lang="en-US" altLang="zh-TW" dirty="0"/>
              <a:t>          ….</a:t>
            </a:r>
            <a:r>
              <a:rPr lang="zh-TW" altLang="en-US" dirty="0"/>
              <a:t> </a:t>
            </a:r>
            <a:r>
              <a:rPr lang="en-US" altLang="zh-TW" dirty="0"/>
              <a:t>More than hundred thousands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5420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5110</TotalTime>
  <Words>1763</Words>
  <Application>Microsoft Office PowerPoint</Application>
  <PresentationFormat>寬螢幕</PresentationFormat>
  <Paragraphs>305</Paragraphs>
  <Slides>38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3" baseType="lpstr">
      <vt:lpstr>微軟正黑體</vt:lpstr>
      <vt:lpstr>Arial</vt:lpstr>
      <vt:lpstr>Calibri</vt:lpstr>
      <vt:lpstr>Calibri Light</vt:lpstr>
      <vt:lpstr>Office 佈景主題</vt:lpstr>
      <vt:lpstr>Grism-T12s</vt:lpstr>
      <vt:lpstr>PowerPoint 簡報</vt:lpstr>
      <vt:lpstr>PowerPoint 簡報</vt:lpstr>
      <vt:lpstr>PowerPoint 簡報</vt:lpstr>
      <vt:lpstr>設備簡介: T12s</vt:lpstr>
      <vt:lpstr>操作畫面簡介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GRISM XML</vt:lpstr>
      <vt:lpstr>&lt;filter&gt; (L2-L4)</vt:lpstr>
      <vt:lpstr>&lt;filter&gt; (L7)</vt:lpstr>
      <vt:lpstr>&lt;filter&gt; (L7)</vt:lpstr>
      <vt:lpstr>&lt;chain&gt;</vt:lpstr>
      <vt:lpstr>範例:匯聚以及分流</vt:lpstr>
      <vt:lpstr>&lt;chain&gt;</vt:lpstr>
      <vt:lpstr>PowerPoint 簡報</vt:lpstr>
      <vt:lpstr>PowerPoint 簡報</vt:lpstr>
      <vt:lpstr>HeartBeat 設定情境</vt:lpstr>
      <vt:lpstr>PowerPoint 簡報</vt:lpstr>
      <vt:lpstr>PowerPoint 簡報</vt:lpstr>
      <vt:lpstr>範例:inlne阻擋來源IP黑名單</vt:lpstr>
      <vt:lpstr>&lt;chain&gt;</vt:lpstr>
      <vt:lpstr>範例:inlne阻擋domain黑名單(HTTP request)</vt:lpstr>
      <vt:lpstr>&lt;chain&gt;</vt:lpstr>
      <vt:lpstr>&lt;chain&gt; (cont.)</vt:lpstr>
      <vt:lpstr>範例: inlne阻擋IP/domain黑名單</vt:lpstr>
      <vt:lpstr>PowerPoint 簡報</vt:lpstr>
      <vt:lpstr>設定比對到IP/domin黑名單送出syslog</vt:lpstr>
      <vt:lpstr>範例: inlne阻擋URL黑名單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jy lin</dc:creator>
  <cp:lastModifiedBy>Jay Lin</cp:lastModifiedBy>
  <cp:revision>180</cp:revision>
  <dcterms:created xsi:type="dcterms:W3CDTF">2017-03-27T07:05:16Z</dcterms:created>
  <dcterms:modified xsi:type="dcterms:W3CDTF">2024-07-25T02:20:16Z</dcterms:modified>
</cp:coreProperties>
</file>