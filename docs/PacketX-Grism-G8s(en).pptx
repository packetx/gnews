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322" r:id="rId3"/>
    <p:sldId id="315" r:id="rId4"/>
    <p:sldId id="316" r:id="rId5"/>
    <p:sldId id="259" r:id="rId6"/>
    <p:sldId id="296" r:id="rId7"/>
    <p:sldId id="285" r:id="rId8"/>
    <p:sldId id="286" r:id="rId9"/>
    <p:sldId id="288" r:id="rId10"/>
    <p:sldId id="327" r:id="rId11"/>
    <p:sldId id="326" r:id="rId12"/>
    <p:sldId id="325" r:id="rId13"/>
    <p:sldId id="330" r:id="rId14"/>
    <p:sldId id="331" r:id="rId15"/>
    <p:sldId id="334" r:id="rId16"/>
    <p:sldId id="333" r:id="rId17"/>
    <p:sldId id="329" r:id="rId18"/>
    <p:sldId id="290" r:id="rId19"/>
    <p:sldId id="297" r:id="rId20"/>
    <p:sldId id="332" r:id="rId21"/>
    <p:sldId id="298" r:id="rId22"/>
    <p:sldId id="266" r:id="rId23"/>
    <p:sldId id="294" r:id="rId24"/>
    <p:sldId id="284" r:id="rId25"/>
    <p:sldId id="305" r:id="rId26"/>
    <p:sldId id="304" r:id="rId27"/>
    <p:sldId id="328" r:id="rId28"/>
    <p:sldId id="321" r:id="rId29"/>
    <p:sldId id="295" r:id="rId30"/>
    <p:sldId id="299" r:id="rId31"/>
    <p:sldId id="301" r:id="rId32"/>
    <p:sldId id="302" r:id="rId33"/>
    <p:sldId id="303" r:id="rId34"/>
    <p:sldId id="317" r:id="rId35"/>
    <p:sldId id="318" r:id="rId36"/>
    <p:sldId id="300" r:id="rId37"/>
    <p:sldId id="323" r:id="rId38"/>
    <p:sldId id="324" r:id="rId3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y lin" initials="jl" lastIdx="2" clrIdx="0">
    <p:extLst>
      <p:ext uri="{19B8F6BF-5375-455C-9EA6-DF929625EA0E}">
        <p15:presenceInfo xmlns:p15="http://schemas.microsoft.com/office/powerpoint/2012/main" userId="c27066670bb4a7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1B1685-0DB3-4890-809D-985701EAFD7F}" v="1" dt="2024-07-24T05:18:14.158"/>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997" autoAdjust="0"/>
    <p:restoredTop sz="94660"/>
  </p:normalViewPr>
  <p:slideViewPr>
    <p:cSldViewPr snapToGrid="0">
      <p:cViewPr varScale="1">
        <p:scale>
          <a:sx n="102" d="100"/>
          <a:sy n="102" d="100"/>
        </p:scale>
        <p:origin x="150"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 Lin" userId="c4f23ff0c3e25d11" providerId="LiveId" clId="{38A485BE-C9C7-4F2C-A061-CCC22AB7048C}"/>
    <pc:docChg chg="undo custSel modSld">
      <pc:chgData name="Jay Lin" userId="c4f23ff0c3e25d11" providerId="LiveId" clId="{38A485BE-C9C7-4F2C-A061-CCC22AB7048C}" dt="2022-04-13T12:45:53.943" v="109" actId="20577"/>
      <pc:docMkLst>
        <pc:docMk/>
      </pc:docMkLst>
      <pc:sldChg chg="addSp delSp modSp mod">
        <pc:chgData name="Jay Lin" userId="c4f23ff0c3e25d11" providerId="LiveId" clId="{38A485BE-C9C7-4F2C-A061-CCC22AB7048C}" dt="2022-04-13T12:41:08.855" v="57" actId="167"/>
        <pc:sldMkLst>
          <pc:docMk/>
          <pc:sldMk cId="3098718000" sldId="284"/>
        </pc:sldMkLst>
        <pc:picChg chg="del mod">
          <ac:chgData name="Jay Lin" userId="c4f23ff0c3e25d11" providerId="LiveId" clId="{38A485BE-C9C7-4F2C-A061-CCC22AB7048C}" dt="2022-04-13T12:41:03.191" v="55" actId="478"/>
          <ac:picMkLst>
            <pc:docMk/>
            <pc:sldMk cId="3098718000" sldId="284"/>
            <ac:picMk id="3" creationId="{00000000-0000-0000-0000-000000000000}"/>
          </ac:picMkLst>
        </pc:picChg>
        <pc:picChg chg="add ord">
          <ac:chgData name="Jay Lin" userId="c4f23ff0c3e25d11" providerId="LiveId" clId="{38A485BE-C9C7-4F2C-A061-CCC22AB7048C}" dt="2022-04-13T12:41:08.855" v="57" actId="167"/>
          <ac:picMkLst>
            <pc:docMk/>
            <pc:sldMk cId="3098718000" sldId="284"/>
            <ac:picMk id="4" creationId="{650756B7-4BC6-40D4-812C-37CE0DC0CE3F}"/>
          </ac:picMkLst>
        </pc:picChg>
      </pc:sldChg>
      <pc:sldChg chg="addSp delSp modSp mod">
        <pc:chgData name="Jay Lin" userId="c4f23ff0c3e25d11" providerId="LiveId" clId="{38A485BE-C9C7-4F2C-A061-CCC22AB7048C}" dt="2022-04-13T12:34:29.502" v="29" actId="167"/>
        <pc:sldMkLst>
          <pc:docMk/>
          <pc:sldMk cId="3402053134" sldId="285"/>
        </pc:sldMkLst>
        <pc:spChg chg="mod">
          <ac:chgData name="Jay Lin" userId="c4f23ff0c3e25d11" providerId="LiveId" clId="{38A485BE-C9C7-4F2C-A061-CCC22AB7048C}" dt="2022-04-13T12:33:24.042" v="22" actId="1076"/>
          <ac:spMkLst>
            <pc:docMk/>
            <pc:sldMk cId="3402053134" sldId="285"/>
            <ac:spMk id="7" creationId="{00000000-0000-0000-0000-000000000000}"/>
          </ac:spMkLst>
        </pc:spChg>
        <pc:picChg chg="del">
          <ac:chgData name="Jay Lin" userId="c4f23ff0c3e25d11" providerId="LiveId" clId="{38A485BE-C9C7-4F2C-A061-CCC22AB7048C}" dt="2022-04-13T12:33:14.744" v="19" actId="478"/>
          <ac:picMkLst>
            <pc:docMk/>
            <pc:sldMk cId="3402053134" sldId="285"/>
            <ac:picMk id="3" creationId="{00000000-0000-0000-0000-000000000000}"/>
          </ac:picMkLst>
        </pc:picChg>
        <pc:picChg chg="add del ord">
          <ac:chgData name="Jay Lin" userId="c4f23ff0c3e25d11" providerId="LiveId" clId="{38A485BE-C9C7-4F2C-A061-CCC22AB7048C}" dt="2022-04-13T12:33:12.419" v="18" actId="22"/>
          <ac:picMkLst>
            <pc:docMk/>
            <pc:sldMk cId="3402053134" sldId="285"/>
            <ac:picMk id="4" creationId="{6B4F30BA-8617-4861-BBA6-8F420A52E063}"/>
          </ac:picMkLst>
        </pc:picChg>
        <pc:picChg chg="add ord">
          <ac:chgData name="Jay Lin" userId="c4f23ff0c3e25d11" providerId="LiveId" clId="{38A485BE-C9C7-4F2C-A061-CCC22AB7048C}" dt="2022-04-13T12:33:19.673" v="21" actId="167"/>
          <ac:picMkLst>
            <pc:docMk/>
            <pc:sldMk cId="3402053134" sldId="285"/>
            <ac:picMk id="6" creationId="{E41893DF-D846-449F-B5C7-8FF552311B86}"/>
          </ac:picMkLst>
        </pc:picChg>
        <pc:picChg chg="add mod ord">
          <ac:chgData name="Jay Lin" userId="c4f23ff0c3e25d11" providerId="LiveId" clId="{38A485BE-C9C7-4F2C-A061-CCC22AB7048C}" dt="2022-04-13T12:34:29.502" v="29" actId="167"/>
          <ac:picMkLst>
            <pc:docMk/>
            <pc:sldMk cId="3402053134" sldId="285"/>
            <ac:picMk id="8" creationId="{73B1F772-3DE4-49BF-BB9D-3E1C0C94AA55}"/>
          </ac:picMkLst>
        </pc:picChg>
      </pc:sldChg>
      <pc:sldChg chg="addSp delSp modSp mod">
        <pc:chgData name="Jay Lin" userId="c4f23ff0c3e25d11" providerId="LiveId" clId="{38A485BE-C9C7-4F2C-A061-CCC22AB7048C}" dt="2022-04-13T12:34:20.168" v="27" actId="167"/>
        <pc:sldMkLst>
          <pc:docMk/>
          <pc:sldMk cId="2198872576" sldId="286"/>
        </pc:sldMkLst>
        <pc:picChg chg="add ord">
          <ac:chgData name="Jay Lin" userId="c4f23ff0c3e25d11" providerId="LiveId" clId="{38A485BE-C9C7-4F2C-A061-CCC22AB7048C}" dt="2022-04-13T12:34:20.168" v="27" actId="167"/>
          <ac:picMkLst>
            <pc:docMk/>
            <pc:sldMk cId="2198872576" sldId="286"/>
            <ac:picMk id="3" creationId="{70B3CCF9-585E-46CE-B189-8FC9E2F2164C}"/>
          </ac:picMkLst>
        </pc:picChg>
        <pc:picChg chg="del mod">
          <ac:chgData name="Jay Lin" userId="c4f23ff0c3e25d11" providerId="LiveId" clId="{38A485BE-C9C7-4F2C-A061-CCC22AB7048C}" dt="2022-04-13T12:34:14.795" v="25" actId="478"/>
          <ac:picMkLst>
            <pc:docMk/>
            <pc:sldMk cId="2198872576" sldId="286"/>
            <ac:picMk id="13" creationId="{00000000-0000-0000-0000-000000000000}"/>
          </ac:picMkLst>
        </pc:picChg>
      </pc:sldChg>
      <pc:sldChg chg="addSp delSp modSp mod">
        <pc:chgData name="Jay Lin" userId="c4f23ff0c3e25d11" providerId="LiveId" clId="{38A485BE-C9C7-4F2C-A061-CCC22AB7048C}" dt="2022-04-13T12:35:39.462" v="34" actId="1076"/>
        <pc:sldMkLst>
          <pc:docMk/>
          <pc:sldMk cId="1861764225" sldId="288"/>
        </pc:sldMkLst>
        <pc:spChg chg="mod">
          <ac:chgData name="Jay Lin" userId="c4f23ff0c3e25d11" providerId="LiveId" clId="{38A485BE-C9C7-4F2C-A061-CCC22AB7048C}" dt="2022-04-13T12:35:39.462" v="34" actId="1076"/>
          <ac:spMkLst>
            <pc:docMk/>
            <pc:sldMk cId="1861764225" sldId="288"/>
            <ac:spMk id="8" creationId="{36F11688-55CD-40FD-BFFC-D5D846DD80E1}"/>
          </ac:spMkLst>
        </pc:spChg>
        <pc:picChg chg="add ord">
          <ac:chgData name="Jay Lin" userId="c4f23ff0c3e25d11" providerId="LiveId" clId="{38A485BE-C9C7-4F2C-A061-CCC22AB7048C}" dt="2022-04-13T12:35:33.091" v="33" actId="167"/>
          <ac:picMkLst>
            <pc:docMk/>
            <pc:sldMk cId="1861764225" sldId="288"/>
            <ac:picMk id="3" creationId="{851BB2A5-EFEA-4A45-9BEA-14796B590AFB}"/>
          </ac:picMkLst>
        </pc:picChg>
        <pc:picChg chg="del mod">
          <ac:chgData name="Jay Lin" userId="c4f23ff0c3e25d11" providerId="LiveId" clId="{38A485BE-C9C7-4F2C-A061-CCC22AB7048C}" dt="2022-04-13T12:35:29.151" v="31" actId="478"/>
          <ac:picMkLst>
            <pc:docMk/>
            <pc:sldMk cId="1861764225" sldId="288"/>
            <ac:picMk id="7" creationId="{00000000-0000-0000-0000-000000000000}"/>
          </ac:picMkLst>
        </pc:picChg>
      </pc:sldChg>
      <pc:sldChg chg="addSp delSp modSp mod">
        <pc:chgData name="Jay Lin" userId="c4f23ff0c3e25d11" providerId="LiveId" clId="{38A485BE-C9C7-4F2C-A061-CCC22AB7048C}" dt="2022-04-13T12:40:22.238" v="53" actId="167"/>
        <pc:sldMkLst>
          <pc:docMk/>
          <pc:sldMk cId="4148327841" sldId="289"/>
        </pc:sldMkLst>
        <pc:picChg chg="add ord">
          <ac:chgData name="Jay Lin" userId="c4f23ff0c3e25d11" providerId="LiveId" clId="{38A485BE-C9C7-4F2C-A061-CCC22AB7048C}" dt="2022-04-13T12:40:22.238" v="53" actId="167"/>
          <ac:picMkLst>
            <pc:docMk/>
            <pc:sldMk cId="4148327841" sldId="289"/>
            <ac:picMk id="3" creationId="{52DE40E8-5962-4E78-8C8E-DB95CA3F4F2D}"/>
          </ac:picMkLst>
        </pc:picChg>
        <pc:picChg chg="del mod">
          <ac:chgData name="Jay Lin" userId="c4f23ff0c3e25d11" providerId="LiveId" clId="{38A485BE-C9C7-4F2C-A061-CCC22AB7048C}" dt="2022-04-13T12:40:17.292" v="51" actId="478"/>
          <ac:picMkLst>
            <pc:docMk/>
            <pc:sldMk cId="4148327841" sldId="289"/>
            <ac:picMk id="4" creationId="{00000000-0000-0000-0000-000000000000}"/>
          </ac:picMkLst>
        </pc:picChg>
      </pc:sldChg>
      <pc:sldChg chg="addSp delSp modSp mod">
        <pc:chgData name="Jay Lin" userId="c4f23ff0c3e25d11" providerId="LiveId" clId="{38A485BE-C9C7-4F2C-A061-CCC22AB7048C}" dt="2022-04-13T12:43:30.962" v="60" actId="167"/>
        <pc:sldMkLst>
          <pc:docMk/>
          <pc:sldMk cId="1386971884" sldId="305"/>
        </pc:sldMkLst>
        <pc:picChg chg="del">
          <ac:chgData name="Jay Lin" userId="c4f23ff0c3e25d11" providerId="LiveId" clId="{38A485BE-C9C7-4F2C-A061-CCC22AB7048C}" dt="2022-04-13T12:43:24.365" v="58" actId="478"/>
          <ac:picMkLst>
            <pc:docMk/>
            <pc:sldMk cId="1386971884" sldId="305"/>
            <ac:picMk id="3" creationId="{00000000-0000-0000-0000-000000000000}"/>
          </ac:picMkLst>
        </pc:picChg>
        <pc:picChg chg="add ord">
          <ac:chgData name="Jay Lin" userId="c4f23ff0c3e25d11" providerId="LiveId" clId="{38A485BE-C9C7-4F2C-A061-CCC22AB7048C}" dt="2022-04-13T12:43:30.962" v="60" actId="167"/>
          <ac:picMkLst>
            <pc:docMk/>
            <pc:sldMk cId="1386971884" sldId="305"/>
            <ac:picMk id="4" creationId="{ADE07451-E157-4A48-BA7A-DCA35D2B7CEF}"/>
          </ac:picMkLst>
        </pc:picChg>
      </pc:sldChg>
      <pc:sldChg chg="addSp delSp modSp mod">
        <pc:chgData name="Jay Lin" userId="c4f23ff0c3e25d11" providerId="LiveId" clId="{38A485BE-C9C7-4F2C-A061-CCC22AB7048C}" dt="2022-04-13T12:30:50.563" v="12" actId="962"/>
        <pc:sldMkLst>
          <pc:docMk/>
          <pc:sldMk cId="3897679700" sldId="321"/>
        </pc:sldMkLst>
        <pc:spChg chg="add del mod">
          <ac:chgData name="Jay Lin" userId="c4f23ff0c3e25d11" providerId="LiveId" clId="{38A485BE-C9C7-4F2C-A061-CCC22AB7048C}" dt="2022-04-13T12:30:39.382" v="9" actId="478"/>
          <ac:spMkLst>
            <pc:docMk/>
            <pc:sldMk cId="3897679700" sldId="321"/>
            <ac:spMk id="3" creationId="{3766C01A-7518-40DC-9FA7-48743B4D45B4}"/>
          </ac:spMkLst>
        </pc:spChg>
        <pc:spChg chg="del">
          <ac:chgData name="Jay Lin" userId="c4f23ff0c3e25d11" providerId="LiveId" clId="{38A485BE-C9C7-4F2C-A061-CCC22AB7048C}" dt="2022-04-13T12:30:36.323" v="8" actId="478"/>
          <ac:spMkLst>
            <pc:docMk/>
            <pc:sldMk cId="3897679700" sldId="321"/>
            <ac:spMk id="7" creationId="{00000000-0000-0000-0000-000000000000}"/>
          </ac:spMkLst>
        </pc:spChg>
        <pc:picChg chg="del">
          <ac:chgData name="Jay Lin" userId="c4f23ff0c3e25d11" providerId="LiveId" clId="{38A485BE-C9C7-4F2C-A061-CCC22AB7048C}" dt="2022-04-13T12:30:31.957" v="7" actId="478"/>
          <ac:picMkLst>
            <pc:docMk/>
            <pc:sldMk cId="3897679700" sldId="321"/>
            <ac:picMk id="4" creationId="{00000000-0000-0000-0000-000000000000}"/>
          </ac:picMkLst>
        </pc:picChg>
        <pc:picChg chg="add mod">
          <ac:chgData name="Jay Lin" userId="c4f23ff0c3e25d11" providerId="LiveId" clId="{38A485BE-C9C7-4F2C-A061-CCC22AB7048C}" dt="2022-04-13T12:30:50.563" v="12" actId="962"/>
          <ac:picMkLst>
            <pc:docMk/>
            <pc:sldMk cId="3897679700" sldId="321"/>
            <ac:picMk id="6" creationId="{F87A41E6-F789-49AE-995B-152C703D512B}"/>
          </ac:picMkLst>
        </pc:picChg>
      </pc:sldChg>
      <pc:sldChg chg="modSp mod">
        <pc:chgData name="Jay Lin" userId="c4f23ff0c3e25d11" providerId="LiveId" clId="{38A485BE-C9C7-4F2C-A061-CCC22AB7048C}" dt="2022-04-13T12:45:53.943" v="109" actId="20577"/>
        <pc:sldMkLst>
          <pc:docMk/>
          <pc:sldMk cId="3508465667" sldId="322"/>
        </pc:sldMkLst>
        <pc:graphicFrameChg chg="modGraphic">
          <ac:chgData name="Jay Lin" userId="c4f23ff0c3e25d11" providerId="LiveId" clId="{38A485BE-C9C7-4F2C-A061-CCC22AB7048C}" dt="2022-04-13T12:45:53.943" v="109" actId="20577"/>
          <ac:graphicFrameMkLst>
            <pc:docMk/>
            <pc:sldMk cId="3508465667" sldId="322"/>
            <ac:graphicFrameMk id="6" creationId="{00000000-0000-0000-0000-000000000000}"/>
          </ac:graphicFrameMkLst>
        </pc:graphicFrameChg>
      </pc:sldChg>
      <pc:sldChg chg="addSp delSp modSp mod">
        <pc:chgData name="Jay Lin" userId="c4f23ff0c3e25d11" providerId="LiveId" clId="{38A485BE-C9C7-4F2C-A061-CCC22AB7048C}" dt="2022-04-13T12:38:53.980" v="49" actId="1076"/>
        <pc:sldMkLst>
          <pc:docMk/>
          <pc:sldMk cId="544770144" sldId="325"/>
        </pc:sldMkLst>
        <pc:spChg chg="mod">
          <ac:chgData name="Jay Lin" userId="c4f23ff0c3e25d11" providerId="LiveId" clId="{38A485BE-C9C7-4F2C-A061-CCC22AB7048C}" dt="2022-04-13T12:38:53.980" v="49" actId="1076"/>
          <ac:spMkLst>
            <pc:docMk/>
            <pc:sldMk cId="544770144" sldId="325"/>
            <ac:spMk id="7" creationId="{00000000-0000-0000-0000-000000000000}"/>
          </ac:spMkLst>
        </pc:spChg>
        <pc:picChg chg="del">
          <ac:chgData name="Jay Lin" userId="c4f23ff0c3e25d11" providerId="LiveId" clId="{38A485BE-C9C7-4F2C-A061-CCC22AB7048C}" dt="2022-04-13T12:38:36.310" v="44" actId="478"/>
          <ac:picMkLst>
            <pc:docMk/>
            <pc:sldMk cId="544770144" sldId="325"/>
            <ac:picMk id="3" creationId="{00000000-0000-0000-0000-000000000000}"/>
          </ac:picMkLst>
        </pc:picChg>
        <pc:picChg chg="add mod ord">
          <ac:chgData name="Jay Lin" userId="c4f23ff0c3e25d11" providerId="LiveId" clId="{38A485BE-C9C7-4F2C-A061-CCC22AB7048C}" dt="2022-04-13T12:38:48.931" v="48" actId="1076"/>
          <ac:picMkLst>
            <pc:docMk/>
            <pc:sldMk cId="544770144" sldId="325"/>
            <ac:picMk id="4" creationId="{0B53E205-6431-4CA5-8C9E-BF0F35397C6B}"/>
          </ac:picMkLst>
        </pc:picChg>
      </pc:sldChg>
      <pc:sldChg chg="addSp delSp modSp mod">
        <pc:chgData name="Jay Lin" userId="c4f23ff0c3e25d11" providerId="LiveId" clId="{38A485BE-C9C7-4F2C-A061-CCC22AB7048C}" dt="2022-04-13T12:37:47.487" v="43" actId="167"/>
        <pc:sldMkLst>
          <pc:docMk/>
          <pc:sldMk cId="533527297" sldId="326"/>
        </pc:sldMkLst>
        <pc:picChg chg="add ord">
          <ac:chgData name="Jay Lin" userId="c4f23ff0c3e25d11" providerId="LiveId" clId="{38A485BE-C9C7-4F2C-A061-CCC22AB7048C}" dt="2022-04-13T12:37:47.487" v="43" actId="167"/>
          <ac:picMkLst>
            <pc:docMk/>
            <pc:sldMk cId="533527297" sldId="326"/>
            <ac:picMk id="3" creationId="{5B8E2714-6016-4ADF-848E-117BCA65AF94}"/>
          </ac:picMkLst>
        </pc:picChg>
        <pc:picChg chg="del mod">
          <ac:chgData name="Jay Lin" userId="c4f23ff0c3e25d11" providerId="LiveId" clId="{38A485BE-C9C7-4F2C-A061-CCC22AB7048C}" dt="2022-04-13T12:37:43.538" v="41" actId="478"/>
          <ac:picMkLst>
            <pc:docMk/>
            <pc:sldMk cId="533527297" sldId="326"/>
            <ac:picMk id="9" creationId="{00000000-0000-0000-0000-000000000000}"/>
          </ac:picMkLst>
        </pc:picChg>
      </pc:sldChg>
      <pc:sldChg chg="addSp delSp modSp mod">
        <pc:chgData name="Jay Lin" userId="c4f23ff0c3e25d11" providerId="LiveId" clId="{38A485BE-C9C7-4F2C-A061-CCC22AB7048C}" dt="2022-04-13T12:36:47.213" v="39" actId="1076"/>
        <pc:sldMkLst>
          <pc:docMk/>
          <pc:sldMk cId="148193971" sldId="327"/>
        </pc:sldMkLst>
        <pc:spChg chg="mod">
          <ac:chgData name="Jay Lin" userId="c4f23ff0c3e25d11" providerId="LiveId" clId="{38A485BE-C9C7-4F2C-A061-CCC22AB7048C}" dt="2022-04-13T12:36:47.213" v="39" actId="1076"/>
          <ac:spMkLst>
            <pc:docMk/>
            <pc:sldMk cId="148193971" sldId="327"/>
            <ac:spMk id="5" creationId="{36F11688-55CD-40FD-BFFC-D5D846DD80E1}"/>
          </ac:spMkLst>
        </pc:spChg>
        <pc:picChg chg="del mod">
          <ac:chgData name="Jay Lin" userId="c4f23ff0c3e25d11" providerId="LiveId" clId="{38A485BE-C9C7-4F2C-A061-CCC22AB7048C}" dt="2022-04-13T12:35:54.306" v="36" actId="478"/>
          <ac:picMkLst>
            <pc:docMk/>
            <pc:sldMk cId="148193971" sldId="327"/>
            <ac:picMk id="2" creationId="{00000000-0000-0000-0000-000000000000}"/>
          </ac:picMkLst>
        </pc:picChg>
        <pc:picChg chg="add ord">
          <ac:chgData name="Jay Lin" userId="c4f23ff0c3e25d11" providerId="LiveId" clId="{38A485BE-C9C7-4F2C-A061-CCC22AB7048C}" dt="2022-04-13T12:36:35.442" v="38" actId="167"/>
          <ac:picMkLst>
            <pc:docMk/>
            <pc:sldMk cId="148193971" sldId="327"/>
            <ac:picMk id="4" creationId="{5E2D1D78-EFB0-4C46-B5EC-40F06B73EEF3}"/>
          </ac:picMkLst>
        </pc:picChg>
      </pc:sldChg>
      <pc:sldChg chg="addSp delSp modSp mod setBg">
        <pc:chgData name="Jay Lin" userId="c4f23ff0c3e25d11" providerId="LiveId" clId="{38A485BE-C9C7-4F2C-A061-CCC22AB7048C}" dt="2022-04-13T12:17:12.666" v="6" actId="26606"/>
        <pc:sldMkLst>
          <pc:docMk/>
          <pc:sldMk cId="286941207" sldId="328"/>
        </pc:sldMkLst>
        <pc:spChg chg="del">
          <ac:chgData name="Jay Lin" userId="c4f23ff0c3e25d11" providerId="LiveId" clId="{38A485BE-C9C7-4F2C-A061-CCC22AB7048C}" dt="2022-04-13T12:16:42.968" v="3" actId="478"/>
          <ac:spMkLst>
            <pc:docMk/>
            <pc:sldMk cId="286941207" sldId="328"/>
            <ac:spMk id="8" creationId="{00000000-0000-0000-0000-000000000000}"/>
          </ac:spMkLst>
        </pc:spChg>
        <pc:spChg chg="add del">
          <ac:chgData name="Jay Lin" userId="c4f23ff0c3e25d11" providerId="LiveId" clId="{38A485BE-C9C7-4F2C-A061-CCC22AB7048C}" dt="2022-04-13T12:17:12.666" v="6" actId="26606"/>
          <ac:spMkLst>
            <pc:docMk/>
            <pc:sldMk cId="286941207" sldId="328"/>
            <ac:spMk id="9" creationId="{F3060C83-F051-4F0E-ABAD-AA0DFC48B218}"/>
          </ac:spMkLst>
        </pc:spChg>
        <pc:spChg chg="add del">
          <ac:chgData name="Jay Lin" userId="c4f23ff0c3e25d11" providerId="LiveId" clId="{38A485BE-C9C7-4F2C-A061-CCC22AB7048C}" dt="2022-04-13T12:17:12.666" v="6" actId="26606"/>
          <ac:spMkLst>
            <pc:docMk/>
            <pc:sldMk cId="286941207" sldId="328"/>
            <ac:spMk id="11" creationId="{83C98ABE-055B-441F-B07E-44F97F083C39}"/>
          </ac:spMkLst>
        </pc:spChg>
        <pc:spChg chg="add del">
          <ac:chgData name="Jay Lin" userId="c4f23ff0c3e25d11" providerId="LiveId" clId="{38A485BE-C9C7-4F2C-A061-CCC22AB7048C}" dt="2022-04-13T12:17:12.666" v="6" actId="26606"/>
          <ac:spMkLst>
            <pc:docMk/>
            <pc:sldMk cId="286941207" sldId="328"/>
            <ac:spMk id="13" creationId="{29FDB030-9B49-4CED-8CCD-4D99382388AC}"/>
          </ac:spMkLst>
        </pc:spChg>
        <pc:spChg chg="add del">
          <ac:chgData name="Jay Lin" userId="c4f23ff0c3e25d11" providerId="LiveId" clId="{38A485BE-C9C7-4F2C-A061-CCC22AB7048C}" dt="2022-04-13T12:17:12.666" v="6" actId="26606"/>
          <ac:spMkLst>
            <pc:docMk/>
            <pc:sldMk cId="286941207" sldId="328"/>
            <ac:spMk id="15" creationId="{3783CA14-24A1-485C-8B30-D6A5D87987AD}"/>
          </ac:spMkLst>
        </pc:spChg>
        <pc:spChg chg="add del">
          <ac:chgData name="Jay Lin" userId="c4f23ff0c3e25d11" providerId="LiveId" clId="{38A485BE-C9C7-4F2C-A061-CCC22AB7048C}" dt="2022-04-13T12:17:12.666" v="6" actId="26606"/>
          <ac:spMkLst>
            <pc:docMk/>
            <pc:sldMk cId="286941207" sldId="328"/>
            <ac:spMk id="17" creationId="{9A97C86A-04D6-40F7-AE84-31AB43E6A846}"/>
          </ac:spMkLst>
        </pc:spChg>
        <pc:spChg chg="add del">
          <ac:chgData name="Jay Lin" userId="c4f23ff0c3e25d11" providerId="LiveId" clId="{38A485BE-C9C7-4F2C-A061-CCC22AB7048C}" dt="2022-04-13T12:17:12.666" v="6" actId="26606"/>
          <ac:spMkLst>
            <pc:docMk/>
            <pc:sldMk cId="286941207" sldId="328"/>
            <ac:spMk id="19" creationId="{FF9F2414-84E8-453E-B1F3-389FDE8192D9}"/>
          </ac:spMkLst>
        </pc:spChg>
        <pc:spChg chg="add del">
          <ac:chgData name="Jay Lin" userId="c4f23ff0c3e25d11" providerId="LiveId" clId="{38A485BE-C9C7-4F2C-A061-CCC22AB7048C}" dt="2022-04-13T12:17:12.666" v="6" actId="26606"/>
          <ac:spMkLst>
            <pc:docMk/>
            <pc:sldMk cId="286941207" sldId="328"/>
            <ac:spMk id="21" creationId="{3ECA69A1-7536-43AC-85EF-C7106179F5ED}"/>
          </ac:spMkLst>
        </pc:spChg>
        <pc:picChg chg="del mod">
          <ac:chgData name="Jay Lin" userId="c4f23ff0c3e25d11" providerId="LiveId" clId="{38A485BE-C9C7-4F2C-A061-CCC22AB7048C}" dt="2022-04-13T12:16:38.407" v="2" actId="478"/>
          <ac:picMkLst>
            <pc:docMk/>
            <pc:sldMk cId="286941207" sldId="328"/>
            <ac:picMk id="2" creationId="{00000000-0000-0000-0000-000000000000}"/>
          </ac:picMkLst>
        </pc:picChg>
        <pc:picChg chg="add mod">
          <ac:chgData name="Jay Lin" userId="c4f23ff0c3e25d11" providerId="LiveId" clId="{38A485BE-C9C7-4F2C-A061-CCC22AB7048C}" dt="2022-04-13T12:17:12.666" v="6" actId="26606"/>
          <ac:picMkLst>
            <pc:docMk/>
            <pc:sldMk cId="286941207" sldId="328"/>
            <ac:picMk id="4" creationId="{CCA700FD-EE8A-4E57-868B-E9267A3FA7A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F6AB71-956F-46ED-867D-C133B21122DE}" type="datetimeFigureOut">
              <a:rPr lang="zh-TW" altLang="en-US" smtClean="0"/>
              <a:t>2024/11/5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1DFB0E-51E4-458D-8118-F65FBBB29170}" type="slidenum">
              <a:rPr lang="zh-TW" altLang="en-US" smtClean="0"/>
              <a:t>‹#›</a:t>
            </a:fld>
            <a:endParaRPr lang="zh-TW" altLang="en-US"/>
          </a:p>
        </p:txBody>
      </p:sp>
    </p:spTree>
    <p:extLst>
      <p:ext uri="{BB962C8B-B14F-4D97-AF65-F5344CB8AC3E}">
        <p14:creationId xmlns:p14="http://schemas.microsoft.com/office/powerpoint/2010/main" val="3297435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288319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3561979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323971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95795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4276273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85387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3298431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79354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2757903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1515332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1F7FDD93-7B11-4A9B-9C2B-140EADF4357B}" type="datetimeFigureOut">
              <a:rPr lang="zh-TW" altLang="en-US" smtClean="0"/>
              <a:t>2024/11/5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4050716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7FDD93-7B11-4A9B-9C2B-140EADF4357B}" type="datetimeFigureOut">
              <a:rPr lang="zh-TW" altLang="en-US" smtClean="0"/>
              <a:t>2024/11/5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79587F-DAC0-43AB-90EB-1AADF0077A57}" type="slidenum">
              <a:rPr lang="zh-TW" altLang="en-US" smtClean="0"/>
              <a:t>‹#›</a:t>
            </a:fld>
            <a:endParaRPr lang="zh-TW" altLang="en-US"/>
          </a:p>
        </p:txBody>
      </p:sp>
    </p:spTree>
    <p:extLst>
      <p:ext uri="{BB962C8B-B14F-4D97-AF65-F5344CB8AC3E}">
        <p14:creationId xmlns:p14="http://schemas.microsoft.com/office/powerpoint/2010/main" val="2990133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192.168.1.150/"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Grism-G8s</a:t>
            </a:r>
            <a:endParaRPr lang="zh-TW" altLang="en-US" dirty="0"/>
          </a:p>
        </p:txBody>
      </p:sp>
      <p:sp>
        <p:nvSpPr>
          <p:cNvPr id="3" name="副標題 2"/>
          <p:cNvSpPr>
            <a:spLocks noGrp="1"/>
          </p:cNvSpPr>
          <p:nvPr>
            <p:ph type="subTitle" idx="1"/>
          </p:nvPr>
        </p:nvSpPr>
        <p:spPr/>
        <p:txBody>
          <a:bodyPr/>
          <a:lstStyle/>
          <a:p>
            <a:r>
              <a:rPr lang="en-US" altLang="zh-TW" dirty="0"/>
              <a:t>User Manual</a:t>
            </a:r>
            <a:endParaRPr lang="zh-TW" altLang="en-US" dirty="0"/>
          </a:p>
        </p:txBody>
      </p:sp>
    </p:spTree>
    <p:extLst>
      <p:ext uri="{BB962C8B-B14F-4D97-AF65-F5344CB8AC3E}">
        <p14:creationId xmlns:p14="http://schemas.microsoft.com/office/powerpoint/2010/main" val="1049623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2674640776"/>
              </p:ext>
            </p:extLst>
          </p:nvPr>
        </p:nvGraphicFramePr>
        <p:xfrm>
          <a:off x="1450759" y="2317072"/>
          <a:ext cx="8465598" cy="619760"/>
        </p:xfrm>
        <a:graphic>
          <a:graphicData uri="http://schemas.openxmlformats.org/drawingml/2006/table">
            <a:tbl>
              <a:tblPr firstRow="1" firstCol="1" bandRow="1">
                <a:tableStyleId>{5C22544A-7EE6-4342-B048-85BDC9FD1C3A}</a:tableStyleId>
              </a:tblPr>
              <a:tblGrid>
                <a:gridCol w="683131">
                  <a:extLst>
                    <a:ext uri="{9D8B030D-6E8A-4147-A177-3AD203B41FA5}">
                      <a16:colId xmlns:a16="http://schemas.microsoft.com/office/drawing/2014/main" val="20000"/>
                    </a:ext>
                  </a:extLst>
                </a:gridCol>
                <a:gridCol w="1328829">
                  <a:extLst>
                    <a:ext uri="{9D8B030D-6E8A-4147-A177-3AD203B41FA5}">
                      <a16:colId xmlns:a16="http://schemas.microsoft.com/office/drawing/2014/main" val="20001"/>
                    </a:ext>
                  </a:extLst>
                </a:gridCol>
                <a:gridCol w="702986">
                  <a:extLst>
                    <a:ext uri="{9D8B030D-6E8A-4147-A177-3AD203B41FA5}">
                      <a16:colId xmlns:a16="http://schemas.microsoft.com/office/drawing/2014/main" val="20002"/>
                    </a:ext>
                  </a:extLst>
                </a:gridCol>
                <a:gridCol w="5750652">
                  <a:extLst>
                    <a:ext uri="{9D8B030D-6E8A-4147-A177-3AD203B41FA5}">
                      <a16:colId xmlns:a16="http://schemas.microsoft.com/office/drawing/2014/main" val="20003"/>
                    </a:ext>
                  </a:extLst>
                </a:gridCol>
              </a:tblGrid>
              <a:tr h="275706">
                <a:tc>
                  <a:txBody>
                    <a:bodyPr/>
                    <a:lstStyle/>
                    <a:p>
                      <a:pPr algn="l">
                        <a:spcAft>
                          <a:spcPts val="0"/>
                        </a:spcAft>
                      </a:pPr>
                      <a:r>
                        <a:rPr lang="en-US" sz="1200" kern="100" dirty="0">
                          <a:effectLst/>
                        </a:rPr>
                        <a:t>No.</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tc>
                  <a:txBody>
                    <a:bodyPr/>
                    <a:lstStyle/>
                    <a:p>
                      <a:pPr algn="l">
                        <a:spcAft>
                          <a:spcPts val="0"/>
                        </a:spcAft>
                      </a:pPr>
                      <a:r>
                        <a:rPr lang="en-US" sz="1200" kern="100">
                          <a:effectLst/>
                        </a:rPr>
                        <a:t>When</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tc>
                  <a:txBody>
                    <a:bodyPr/>
                    <a:lstStyle/>
                    <a:p>
                      <a:pPr algn="l">
                        <a:spcAft>
                          <a:spcPts val="0"/>
                        </a:spcAft>
                      </a:pPr>
                      <a:r>
                        <a:rPr lang="en-US" sz="1200" kern="100">
                          <a:effectLst/>
                        </a:rPr>
                        <a:t>Who</a:t>
                      </a:r>
                      <a:endParaRPr lang="zh-TW" sz="12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tc>
                  <a:txBody>
                    <a:bodyPr/>
                    <a:lstStyle/>
                    <a:p>
                      <a:pPr algn="l">
                        <a:spcAft>
                          <a:spcPts val="0"/>
                        </a:spcAft>
                      </a:pPr>
                      <a:r>
                        <a:rPr lang="en-US" sz="1200" kern="100" dirty="0">
                          <a:effectLst/>
                        </a:rPr>
                        <a:t>What</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extLst>
                  <a:ext uri="{0D108BD9-81ED-4DB2-BD59-A6C34878D82A}">
                    <a16:rowId xmlns:a16="http://schemas.microsoft.com/office/drawing/2014/main" val="10000"/>
                  </a:ext>
                </a:extLst>
              </a:tr>
              <a:tr h="224155">
                <a:tc>
                  <a:txBody>
                    <a:bodyPr/>
                    <a:lstStyle/>
                    <a:p>
                      <a:pPr algn="l">
                        <a:spcAft>
                          <a:spcPts val="0"/>
                        </a:spcAft>
                      </a:pPr>
                      <a:r>
                        <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rPr>
                        <a:t>1.0</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00" dirty="0">
                          <a:effectLst/>
                          <a:latin typeface="Calibri" panose="020F0502020204030204" pitchFamily="34" charset="0"/>
                          <a:ea typeface="+mn-ea"/>
                          <a:cs typeface="Times New Roman" panose="02020603050405020304" pitchFamily="18" charset="0"/>
                        </a:rPr>
                        <a:t>2024/11/05</a:t>
                      </a:r>
                      <a:endParaRPr lang="zh-TW" altLang="zh-TW" sz="1200" kern="100" dirty="0">
                        <a:effectLst/>
                        <a:latin typeface="Calibri" panose="020F0502020204030204" pitchFamily="34" charset="0"/>
                        <a:ea typeface="+mn-ea"/>
                        <a:cs typeface="Times New Roman" panose="02020603050405020304" pitchFamily="18" charset="0"/>
                      </a:endParaRPr>
                    </a:p>
                  </a:txBody>
                  <a:tcPr marL="63500" marR="63500" marT="63500" marB="63500"/>
                </a:tc>
                <a:tc>
                  <a:txBody>
                    <a:bodyPr/>
                    <a:lstStyle/>
                    <a:p>
                      <a:pPr algn="l">
                        <a:spcAft>
                          <a:spcPts val="0"/>
                        </a:spcAft>
                      </a:pPr>
                      <a:r>
                        <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rPr>
                        <a:t>Jay</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tc>
                  <a:txBody>
                    <a:bodyPr/>
                    <a:lstStyle/>
                    <a:p>
                      <a:pPr algn="l">
                        <a:spcAft>
                          <a:spcPts val="0"/>
                        </a:spcAft>
                      </a:pPr>
                      <a:r>
                        <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rPr>
                        <a:t>Add</a:t>
                      </a:r>
                      <a:r>
                        <a:rPr lang="zh-TW" altLang="en-US" sz="1200" kern="100" dirty="0">
                          <a:effectLst/>
                          <a:latin typeface="Calibri" panose="020F0502020204030204" pitchFamily="34" charset="0"/>
                          <a:ea typeface="新細明體" panose="02020500000000000000" pitchFamily="18" charset="-120"/>
                          <a:cs typeface="Times New Roman" panose="02020603050405020304" pitchFamily="18" charset="0"/>
                        </a:rPr>
                        <a:t> </a:t>
                      </a:r>
                      <a:r>
                        <a:rPr lang="en-US" altLang="zh-TW" sz="1200" kern="100" dirty="0">
                          <a:effectLst/>
                          <a:latin typeface="Calibri" panose="020F0502020204030204" pitchFamily="34" charset="0"/>
                          <a:ea typeface="新細明體" panose="02020500000000000000" pitchFamily="18" charset="-120"/>
                          <a:cs typeface="Times New Roman" panose="02020603050405020304" pitchFamily="18" charset="0"/>
                        </a:rPr>
                        <a:t>G8s User Manual</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3500" marR="63500" marT="63500" marB="63500"/>
                </a:tc>
                <a:extLst>
                  <a:ext uri="{0D108BD9-81ED-4DB2-BD59-A6C34878D82A}">
                    <a16:rowId xmlns:a16="http://schemas.microsoft.com/office/drawing/2014/main" val="2089951327"/>
                  </a:ext>
                </a:extLst>
              </a:tr>
            </a:tbl>
          </a:graphicData>
        </a:graphic>
      </p:graphicFrame>
      <p:sp>
        <p:nvSpPr>
          <p:cNvPr id="8" name="標題 1"/>
          <p:cNvSpPr txBox="1">
            <a:spLocks/>
          </p:cNvSpPr>
          <p:nvPr/>
        </p:nvSpPr>
        <p:spPr>
          <a:xfrm>
            <a:off x="838200" y="36512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TW" b="1" dirty="0"/>
              <a:t>Revision History</a:t>
            </a:r>
            <a:endParaRPr lang="zh-TW" altLang="zh-TW" b="1" dirty="0"/>
          </a:p>
        </p:txBody>
      </p:sp>
    </p:spTree>
    <p:extLst>
      <p:ext uri="{BB962C8B-B14F-4D97-AF65-F5344CB8AC3E}">
        <p14:creationId xmlns:p14="http://schemas.microsoft.com/office/powerpoint/2010/main" val="3508465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圖片 170">
            <a:extLst>
              <a:ext uri="{FF2B5EF4-FFF2-40B4-BE49-F238E27FC236}">
                <a16:creationId xmlns:a16="http://schemas.microsoft.com/office/drawing/2014/main" id="{376649E5-AED3-4B25-A1A4-85E825C0BD07}"/>
              </a:ext>
            </a:extLst>
          </p:cNvPr>
          <p:cNvPicPr>
            <a:picLocks noChangeAspect="1"/>
          </p:cNvPicPr>
          <p:nvPr/>
        </p:nvPicPr>
        <p:blipFill>
          <a:blip r:embed="rId2"/>
          <a:stretch>
            <a:fillRect/>
          </a:stretch>
        </p:blipFill>
        <p:spPr>
          <a:xfrm>
            <a:off x="80846" y="0"/>
            <a:ext cx="12030307" cy="6858000"/>
          </a:xfrm>
          <a:prstGeom prst="rect">
            <a:avLst/>
          </a:prstGeom>
        </p:spPr>
      </p:pic>
    </p:spTree>
    <p:extLst>
      <p:ext uri="{BB962C8B-B14F-4D97-AF65-F5344CB8AC3E}">
        <p14:creationId xmlns:p14="http://schemas.microsoft.com/office/powerpoint/2010/main" val="3375626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table">
            <a:extLst>
              <a:ext uri="{FF2B5EF4-FFF2-40B4-BE49-F238E27FC236}">
                <a16:creationId xmlns:a16="http://schemas.microsoft.com/office/drawing/2014/main" id="{B6D632E5-8A05-162D-1F0E-04C7957B007C}"/>
              </a:ext>
            </a:extLst>
          </p:cNvPr>
          <p:cNvPicPr>
            <a:picLocks noChangeAspect="1"/>
          </p:cNvPicPr>
          <p:nvPr/>
        </p:nvPicPr>
        <p:blipFill>
          <a:blip r:embed="rId2"/>
          <a:stretch>
            <a:fillRect/>
          </a:stretch>
        </p:blipFill>
        <p:spPr>
          <a:xfrm>
            <a:off x="1272012" y="930775"/>
            <a:ext cx="9647975" cy="4996450"/>
          </a:xfrm>
          <a:prstGeom prst="rect">
            <a:avLst/>
          </a:prstGeom>
        </p:spPr>
      </p:pic>
    </p:spTree>
    <p:extLst>
      <p:ext uri="{BB962C8B-B14F-4D97-AF65-F5344CB8AC3E}">
        <p14:creationId xmlns:p14="http://schemas.microsoft.com/office/powerpoint/2010/main" val="2250825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Device</a:t>
            </a:r>
            <a:r>
              <a:rPr lang="zh-TW" altLang="en-US" dirty="0"/>
              <a:t> </a:t>
            </a:r>
            <a:r>
              <a:rPr lang="en-US" altLang="zh-TW" dirty="0"/>
              <a:t>Introduction:</a:t>
            </a:r>
            <a:r>
              <a:rPr lang="zh-TW" altLang="en-US" dirty="0"/>
              <a:t> </a:t>
            </a:r>
            <a:r>
              <a:rPr lang="en-US" altLang="zh-TW" dirty="0"/>
              <a:t>G8s</a:t>
            </a:r>
            <a:endParaRPr lang="zh-TW" altLang="en-US" dirty="0"/>
          </a:p>
        </p:txBody>
      </p:sp>
      <p:sp>
        <p:nvSpPr>
          <p:cNvPr id="3" name="內容版面配置區 2"/>
          <p:cNvSpPr>
            <a:spLocks noGrp="1"/>
          </p:cNvSpPr>
          <p:nvPr>
            <p:ph idx="1"/>
          </p:nvPr>
        </p:nvSpPr>
        <p:spPr>
          <a:xfrm>
            <a:off x="838200" y="1825624"/>
            <a:ext cx="10515600" cy="4690585"/>
          </a:xfrm>
        </p:spPr>
        <p:txBody>
          <a:bodyPr>
            <a:normAutofit/>
          </a:bodyPr>
          <a:lstStyle/>
          <a:p>
            <a:r>
              <a:rPr lang="en-US" altLang="zh-TW" dirty="0"/>
              <a:t>8 x1GE RJ45 network interfaces for Data Plane</a:t>
            </a:r>
          </a:p>
          <a:p>
            <a:r>
              <a:rPr lang="en-US" altLang="zh-TW" dirty="0"/>
              <a:t>The</a:t>
            </a:r>
            <a:r>
              <a:rPr lang="zh-TW" altLang="en-US" dirty="0"/>
              <a:t> </a:t>
            </a:r>
            <a:r>
              <a:rPr lang="en-US" altLang="zh-TW" dirty="0"/>
              <a:t>main</a:t>
            </a:r>
            <a:r>
              <a:rPr lang="zh-TW" altLang="en-US" dirty="0"/>
              <a:t> </a:t>
            </a:r>
            <a:r>
              <a:rPr lang="en-US" altLang="zh-TW" dirty="0"/>
              <a:t>functions</a:t>
            </a:r>
            <a:r>
              <a:rPr lang="zh-TW" altLang="en-US" dirty="0"/>
              <a:t> </a:t>
            </a:r>
            <a:r>
              <a:rPr lang="en-US" altLang="zh-TW" dirty="0"/>
              <a:t>are</a:t>
            </a:r>
            <a:r>
              <a:rPr lang="zh-TW" altLang="en-US" dirty="0"/>
              <a:t> </a:t>
            </a:r>
            <a:r>
              <a:rPr lang="en-US" altLang="zh-TW" dirty="0"/>
              <a:t>traffic trunk, load balance, packet tagging/stripping,</a:t>
            </a:r>
            <a:r>
              <a:rPr lang="zh-TW" altLang="en-US" dirty="0"/>
              <a:t> </a:t>
            </a:r>
            <a:r>
              <a:rPr lang="en-US" altLang="zh-TW" dirty="0"/>
              <a:t>L2-L7 filter, hardware bypass, software bypass, GRE/VXLAN Tunnel and </a:t>
            </a:r>
            <a:r>
              <a:rPr lang="en-US" altLang="zh-TW" dirty="0" err="1"/>
              <a:t>netflow</a:t>
            </a:r>
            <a:r>
              <a:rPr lang="en-US" altLang="zh-TW" dirty="0"/>
              <a:t> v5/v9/IPFIX(v10) 1:1</a:t>
            </a:r>
            <a:r>
              <a:rPr lang="zh-TW" altLang="en-US" dirty="0"/>
              <a:t> </a:t>
            </a:r>
            <a:r>
              <a:rPr lang="en-US" altLang="zh-TW" dirty="0"/>
              <a:t>output</a:t>
            </a:r>
          </a:p>
        </p:txBody>
      </p:sp>
      <p:sp>
        <p:nvSpPr>
          <p:cNvPr id="4" name="文字方塊 3">
            <a:extLst>
              <a:ext uri="{FF2B5EF4-FFF2-40B4-BE49-F238E27FC236}">
                <a16:creationId xmlns:a16="http://schemas.microsoft.com/office/drawing/2014/main" id="{EB4628B3-5F5D-60FC-DFFE-E065605086E5}"/>
              </a:ext>
            </a:extLst>
          </p:cNvPr>
          <p:cNvSpPr txBox="1"/>
          <p:nvPr/>
        </p:nvSpPr>
        <p:spPr>
          <a:xfrm>
            <a:off x="7285274" y="5034510"/>
            <a:ext cx="508897" cy="338554"/>
          </a:xfrm>
          <a:prstGeom prst="rect">
            <a:avLst/>
          </a:prstGeom>
          <a:noFill/>
        </p:spPr>
        <p:txBody>
          <a:bodyPr wrap="square" rtlCol="0">
            <a:spAutoFit/>
          </a:bodyPr>
          <a:lstStyle/>
          <a:p>
            <a:r>
              <a:rPr lang="en-US" altLang="zh-TW" sz="1600" dirty="0">
                <a:solidFill>
                  <a:schemeClr val="accent1"/>
                </a:solidFill>
              </a:rPr>
              <a:t>M0</a:t>
            </a:r>
            <a:endParaRPr lang="zh-TW" altLang="en-US" sz="1600" dirty="0">
              <a:solidFill>
                <a:schemeClr val="accent1"/>
              </a:solidFill>
            </a:endParaRPr>
          </a:p>
        </p:txBody>
      </p:sp>
      <p:pic>
        <p:nvPicPr>
          <p:cNvPr id="6" name="圖片 5">
            <a:extLst>
              <a:ext uri="{FF2B5EF4-FFF2-40B4-BE49-F238E27FC236}">
                <a16:creationId xmlns:a16="http://schemas.microsoft.com/office/drawing/2014/main" id="{AD223DA2-9FA6-1FAC-5631-C7A8BF3A7F1A}"/>
              </a:ext>
            </a:extLst>
          </p:cNvPr>
          <p:cNvPicPr>
            <a:picLocks noChangeAspect="1"/>
          </p:cNvPicPr>
          <p:nvPr/>
        </p:nvPicPr>
        <p:blipFill>
          <a:blip r:embed="rId2"/>
          <a:stretch>
            <a:fillRect/>
          </a:stretch>
        </p:blipFill>
        <p:spPr>
          <a:xfrm>
            <a:off x="1145452" y="3650673"/>
            <a:ext cx="9901096" cy="3106227"/>
          </a:xfrm>
          <a:prstGeom prst="rect">
            <a:avLst/>
          </a:prstGeom>
        </p:spPr>
      </p:pic>
    </p:spTree>
    <p:extLst>
      <p:ext uri="{BB962C8B-B14F-4D97-AF65-F5344CB8AC3E}">
        <p14:creationId xmlns:p14="http://schemas.microsoft.com/office/powerpoint/2010/main" val="151090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Operation</a:t>
            </a:r>
            <a:r>
              <a:rPr lang="zh-TW" altLang="en-US" dirty="0"/>
              <a:t> </a:t>
            </a:r>
            <a:r>
              <a:rPr lang="en-US" altLang="zh-TW" dirty="0"/>
              <a:t>Introduction</a:t>
            </a:r>
            <a:endParaRPr lang="zh-TW" altLang="en-US" dirty="0"/>
          </a:p>
        </p:txBody>
      </p:sp>
      <p:sp>
        <p:nvSpPr>
          <p:cNvPr id="3" name="內容版面配置區 2"/>
          <p:cNvSpPr>
            <a:spLocks noGrp="1"/>
          </p:cNvSpPr>
          <p:nvPr>
            <p:ph idx="1"/>
          </p:nvPr>
        </p:nvSpPr>
        <p:spPr/>
        <p:txBody>
          <a:bodyPr/>
          <a:lstStyle/>
          <a:p>
            <a:r>
              <a:rPr lang="en-US" altLang="zh-TW" dirty="0"/>
              <a:t>Support</a:t>
            </a:r>
            <a:r>
              <a:rPr lang="zh-TW" altLang="en-US" dirty="0"/>
              <a:t> </a:t>
            </a:r>
            <a:r>
              <a:rPr lang="en-US" altLang="zh-TW" dirty="0"/>
              <a:t>Web</a:t>
            </a:r>
            <a:r>
              <a:rPr lang="zh-TW" altLang="en-US" dirty="0"/>
              <a:t> </a:t>
            </a:r>
            <a:r>
              <a:rPr lang="en-US" altLang="zh-TW" dirty="0"/>
              <a:t>UI</a:t>
            </a:r>
            <a:r>
              <a:rPr lang="zh-TW" altLang="en-US" dirty="0"/>
              <a:t>，</a:t>
            </a:r>
            <a:r>
              <a:rPr lang="en-US" altLang="zh-TW" dirty="0"/>
              <a:t>the default entry is</a:t>
            </a:r>
            <a:r>
              <a:rPr lang="zh-TW" altLang="en-US" dirty="0"/>
              <a:t> </a:t>
            </a:r>
            <a:r>
              <a:rPr lang="en-US" altLang="zh-TW" dirty="0">
                <a:hlinkClick r:id="rId2"/>
              </a:rPr>
              <a:t>https://192.168.1.150</a:t>
            </a:r>
            <a:endParaRPr lang="en-US" altLang="zh-TW" dirty="0"/>
          </a:p>
          <a:p>
            <a:r>
              <a:rPr lang="en-US" altLang="zh-TW" dirty="0"/>
              <a:t>System</a:t>
            </a:r>
            <a:r>
              <a:rPr lang="zh-TW" altLang="en-US" dirty="0"/>
              <a:t> </a:t>
            </a:r>
            <a:r>
              <a:rPr lang="en-US" altLang="zh-TW" dirty="0"/>
              <a:t>Status</a:t>
            </a:r>
          </a:p>
          <a:p>
            <a:r>
              <a:rPr lang="en-US" altLang="zh-TW" dirty="0"/>
              <a:t>System</a:t>
            </a:r>
            <a:r>
              <a:rPr lang="zh-TW" altLang="en-US" dirty="0"/>
              <a:t> </a:t>
            </a:r>
            <a:r>
              <a:rPr lang="en-US" altLang="zh-TW" dirty="0"/>
              <a:t>Setup</a:t>
            </a:r>
          </a:p>
          <a:p>
            <a:r>
              <a:rPr lang="en-US" altLang="zh-TW" dirty="0"/>
              <a:t>Flow Statistics</a:t>
            </a:r>
          </a:p>
          <a:p>
            <a:r>
              <a:rPr lang="en-US" altLang="zh-TW" dirty="0"/>
              <a:t>GRISM XML Setup,</a:t>
            </a:r>
            <a:r>
              <a:rPr lang="zh-TW" altLang="en-US" dirty="0"/>
              <a:t> </a:t>
            </a:r>
            <a:r>
              <a:rPr lang="en-US" altLang="zh-TW" dirty="0"/>
              <a:t>more xml syntax please refer below online link</a:t>
            </a:r>
            <a:r>
              <a:rPr lang="zh-TW" altLang="en-US" dirty="0"/>
              <a:t> </a:t>
            </a:r>
            <a:r>
              <a:rPr lang="en-US" altLang="zh-TW" dirty="0"/>
              <a:t>https://packetx.gitbook.io/grism-xml</a:t>
            </a:r>
          </a:p>
          <a:p>
            <a:endParaRPr lang="zh-TW" altLang="en-US" dirty="0"/>
          </a:p>
        </p:txBody>
      </p:sp>
    </p:spTree>
    <p:extLst>
      <p:ext uri="{BB962C8B-B14F-4D97-AF65-F5344CB8AC3E}">
        <p14:creationId xmlns:p14="http://schemas.microsoft.com/office/powerpoint/2010/main" val="2881918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2A1022DB-6DCC-E217-E156-2EB3866C00E1}"/>
              </a:ext>
            </a:extLst>
          </p:cNvPr>
          <p:cNvPicPr>
            <a:picLocks noChangeAspect="1"/>
          </p:cNvPicPr>
          <p:nvPr/>
        </p:nvPicPr>
        <p:blipFill>
          <a:blip r:embed="rId2"/>
          <a:stretch>
            <a:fillRect/>
          </a:stretch>
        </p:blipFill>
        <p:spPr>
          <a:xfrm>
            <a:off x="0" y="189703"/>
            <a:ext cx="12192000" cy="6478594"/>
          </a:xfrm>
          <a:prstGeom prst="rect">
            <a:avLst/>
          </a:prstGeom>
        </p:spPr>
      </p:pic>
      <p:sp>
        <p:nvSpPr>
          <p:cNvPr id="7" name="文字方塊 6"/>
          <p:cNvSpPr txBox="1"/>
          <p:nvPr/>
        </p:nvSpPr>
        <p:spPr>
          <a:xfrm>
            <a:off x="7785464" y="3682314"/>
            <a:ext cx="3735808" cy="830997"/>
          </a:xfrm>
          <a:prstGeom prst="rect">
            <a:avLst/>
          </a:prstGeom>
          <a:noFill/>
        </p:spPr>
        <p:txBody>
          <a:bodyPr wrap="square" rtlCol="0">
            <a:spAutoFit/>
          </a:bodyPr>
          <a:lstStyle/>
          <a:p>
            <a:r>
              <a:rPr lang="en-US" altLang="zh-TW" sz="2400" dirty="0"/>
              <a:t>Default</a:t>
            </a:r>
            <a:r>
              <a:rPr lang="zh-TW" altLang="en-US" sz="2400" dirty="0"/>
              <a:t> </a:t>
            </a:r>
            <a:r>
              <a:rPr lang="en-US" altLang="zh-TW" sz="2400" dirty="0"/>
              <a:t>Username/Password: </a:t>
            </a:r>
            <a:r>
              <a:rPr lang="en-US" altLang="zh-TW" sz="2400" dirty="0" err="1"/>
              <a:t>packetx</a:t>
            </a:r>
            <a:r>
              <a:rPr lang="en-US" altLang="zh-TW" sz="2400" dirty="0"/>
              <a:t>/</a:t>
            </a:r>
            <a:r>
              <a:rPr lang="en-US" altLang="zh-TW" sz="2400" dirty="0" err="1"/>
              <a:t>packetx</a:t>
            </a:r>
            <a:endParaRPr lang="zh-TW" altLang="en-US" sz="2400" dirty="0"/>
          </a:p>
        </p:txBody>
      </p:sp>
    </p:spTree>
    <p:extLst>
      <p:ext uri="{BB962C8B-B14F-4D97-AF65-F5344CB8AC3E}">
        <p14:creationId xmlns:p14="http://schemas.microsoft.com/office/powerpoint/2010/main" val="3402053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71047BEF-28AC-6B30-C20A-749A01F9AC18}"/>
              </a:ext>
            </a:extLst>
          </p:cNvPr>
          <p:cNvPicPr>
            <a:picLocks noChangeAspect="1"/>
          </p:cNvPicPr>
          <p:nvPr/>
        </p:nvPicPr>
        <p:blipFill>
          <a:blip r:embed="rId2"/>
          <a:stretch>
            <a:fillRect/>
          </a:stretch>
        </p:blipFill>
        <p:spPr>
          <a:xfrm>
            <a:off x="0" y="155062"/>
            <a:ext cx="12192000" cy="5959118"/>
          </a:xfrm>
          <a:prstGeom prst="rect">
            <a:avLst/>
          </a:prstGeom>
        </p:spPr>
      </p:pic>
      <p:sp>
        <p:nvSpPr>
          <p:cNvPr id="14" name="標題 5"/>
          <p:cNvSpPr txBox="1">
            <a:spLocks/>
          </p:cNvSpPr>
          <p:nvPr/>
        </p:nvSpPr>
        <p:spPr>
          <a:xfrm>
            <a:off x="7356818" y="4567700"/>
            <a:ext cx="380757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System</a:t>
            </a:r>
            <a:r>
              <a:rPr lang="zh-TW" altLang="en-US" dirty="0"/>
              <a:t> </a:t>
            </a:r>
            <a:r>
              <a:rPr lang="en-US" altLang="zh-TW" dirty="0"/>
              <a:t>Status</a:t>
            </a:r>
            <a:endParaRPr lang="zh-TW" altLang="en-US" dirty="0"/>
          </a:p>
        </p:txBody>
      </p:sp>
    </p:spTree>
    <p:extLst>
      <p:ext uri="{BB962C8B-B14F-4D97-AF65-F5344CB8AC3E}">
        <p14:creationId xmlns:p14="http://schemas.microsoft.com/office/powerpoint/2010/main" val="219887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C22C9B3-387B-ECAA-9631-D509EB5481FA}"/>
              </a:ext>
            </a:extLst>
          </p:cNvPr>
          <p:cNvPicPr>
            <a:picLocks noChangeAspect="1"/>
          </p:cNvPicPr>
          <p:nvPr/>
        </p:nvPicPr>
        <p:blipFill>
          <a:blip r:embed="rId2"/>
          <a:stretch>
            <a:fillRect/>
          </a:stretch>
        </p:blipFill>
        <p:spPr>
          <a:xfrm>
            <a:off x="0" y="134277"/>
            <a:ext cx="12192000" cy="5959404"/>
          </a:xfrm>
          <a:prstGeom prst="rect">
            <a:avLst/>
          </a:prstGeom>
        </p:spPr>
      </p:pic>
      <p:sp>
        <p:nvSpPr>
          <p:cNvPr id="8" name="標題 1">
            <a:extLst>
              <a:ext uri="{FF2B5EF4-FFF2-40B4-BE49-F238E27FC236}">
                <a16:creationId xmlns:a16="http://schemas.microsoft.com/office/drawing/2014/main" id="{36F11688-55CD-40FD-BFFC-D5D846DD80E1}"/>
              </a:ext>
            </a:extLst>
          </p:cNvPr>
          <p:cNvSpPr txBox="1">
            <a:spLocks/>
          </p:cNvSpPr>
          <p:nvPr/>
        </p:nvSpPr>
        <p:spPr>
          <a:xfrm>
            <a:off x="6936377" y="4901771"/>
            <a:ext cx="408876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Flow</a:t>
            </a:r>
            <a:r>
              <a:rPr lang="zh-TW" altLang="en-US" dirty="0"/>
              <a:t> </a:t>
            </a:r>
            <a:r>
              <a:rPr lang="en-US" altLang="zh-TW" dirty="0"/>
              <a:t>Statistics for all Interfaces</a:t>
            </a:r>
            <a:endParaRPr lang="zh-TW" altLang="en-US" dirty="0"/>
          </a:p>
        </p:txBody>
      </p:sp>
    </p:spTree>
    <p:extLst>
      <p:ext uri="{BB962C8B-B14F-4D97-AF65-F5344CB8AC3E}">
        <p14:creationId xmlns:p14="http://schemas.microsoft.com/office/powerpoint/2010/main" val="1861764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181C36F7-ADC4-5CFA-7E3E-2AFCA58A3B75}"/>
              </a:ext>
            </a:extLst>
          </p:cNvPr>
          <p:cNvPicPr>
            <a:picLocks noChangeAspect="1"/>
          </p:cNvPicPr>
          <p:nvPr/>
        </p:nvPicPr>
        <p:blipFill>
          <a:blip r:embed="rId2"/>
          <a:stretch>
            <a:fillRect/>
          </a:stretch>
        </p:blipFill>
        <p:spPr>
          <a:xfrm>
            <a:off x="0" y="92136"/>
            <a:ext cx="12192000" cy="5978341"/>
          </a:xfrm>
          <a:prstGeom prst="rect">
            <a:avLst/>
          </a:prstGeom>
        </p:spPr>
      </p:pic>
      <p:sp>
        <p:nvSpPr>
          <p:cNvPr id="5" name="標題 1">
            <a:extLst>
              <a:ext uri="{FF2B5EF4-FFF2-40B4-BE49-F238E27FC236}">
                <a16:creationId xmlns:a16="http://schemas.microsoft.com/office/drawing/2014/main" id="{36F11688-55CD-40FD-BFFC-D5D846DD80E1}"/>
              </a:ext>
            </a:extLst>
          </p:cNvPr>
          <p:cNvSpPr txBox="1">
            <a:spLocks/>
          </p:cNvSpPr>
          <p:nvPr/>
        </p:nvSpPr>
        <p:spPr>
          <a:xfrm>
            <a:off x="7959634" y="4040778"/>
            <a:ext cx="3869129" cy="1615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Flow</a:t>
            </a:r>
            <a:r>
              <a:rPr lang="zh-TW" altLang="en-US" dirty="0"/>
              <a:t> </a:t>
            </a:r>
            <a:r>
              <a:rPr lang="en-US" altLang="zh-TW" dirty="0"/>
              <a:t>Protocol Counters</a:t>
            </a:r>
            <a:endParaRPr lang="zh-TW" altLang="en-US" dirty="0"/>
          </a:p>
        </p:txBody>
      </p:sp>
    </p:spTree>
    <p:extLst>
      <p:ext uri="{BB962C8B-B14F-4D97-AF65-F5344CB8AC3E}">
        <p14:creationId xmlns:p14="http://schemas.microsoft.com/office/powerpoint/2010/main" val="148193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6E9F3AF-EFAD-FEF0-515F-065D5F655B5D}"/>
              </a:ext>
            </a:extLst>
          </p:cNvPr>
          <p:cNvPicPr>
            <a:picLocks noChangeAspect="1"/>
          </p:cNvPicPr>
          <p:nvPr/>
        </p:nvPicPr>
        <p:blipFill>
          <a:blip r:embed="rId2"/>
          <a:stretch>
            <a:fillRect/>
          </a:stretch>
        </p:blipFill>
        <p:spPr>
          <a:xfrm>
            <a:off x="0" y="128352"/>
            <a:ext cx="12192000" cy="5968867"/>
          </a:xfrm>
          <a:prstGeom prst="rect">
            <a:avLst/>
          </a:prstGeom>
        </p:spPr>
      </p:pic>
      <p:sp>
        <p:nvSpPr>
          <p:cNvPr id="11" name="標題 5"/>
          <p:cNvSpPr txBox="1">
            <a:spLocks/>
          </p:cNvSpPr>
          <p:nvPr/>
        </p:nvSpPr>
        <p:spPr>
          <a:xfrm>
            <a:off x="6937986" y="3847011"/>
            <a:ext cx="550045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Setup</a:t>
            </a:r>
            <a:r>
              <a:rPr lang="zh-TW" altLang="en-US" dirty="0"/>
              <a:t> </a:t>
            </a:r>
            <a:r>
              <a:rPr lang="en-US" altLang="zh-TW" dirty="0"/>
              <a:t>IP/Gateway</a:t>
            </a:r>
            <a:endParaRPr lang="zh-TW" altLang="en-US" dirty="0"/>
          </a:p>
        </p:txBody>
      </p:sp>
    </p:spTree>
    <p:extLst>
      <p:ext uri="{BB962C8B-B14F-4D97-AF65-F5344CB8AC3E}">
        <p14:creationId xmlns:p14="http://schemas.microsoft.com/office/powerpoint/2010/main" val="533527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85379408-F48E-7F77-8564-B8489BE93884}"/>
              </a:ext>
            </a:extLst>
          </p:cNvPr>
          <p:cNvPicPr>
            <a:picLocks noChangeAspect="1"/>
          </p:cNvPicPr>
          <p:nvPr/>
        </p:nvPicPr>
        <p:blipFill>
          <a:blip r:embed="rId2"/>
          <a:stretch>
            <a:fillRect/>
          </a:stretch>
        </p:blipFill>
        <p:spPr>
          <a:xfrm>
            <a:off x="0" y="128551"/>
            <a:ext cx="12192000" cy="5984701"/>
          </a:xfrm>
          <a:prstGeom prst="rect">
            <a:avLst/>
          </a:prstGeom>
        </p:spPr>
      </p:pic>
      <p:sp>
        <p:nvSpPr>
          <p:cNvPr id="7" name="標題 5"/>
          <p:cNvSpPr txBox="1">
            <a:spLocks/>
          </p:cNvSpPr>
          <p:nvPr/>
        </p:nvSpPr>
        <p:spPr>
          <a:xfrm>
            <a:off x="7469944" y="4384983"/>
            <a:ext cx="550045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Setup</a:t>
            </a:r>
            <a:r>
              <a:rPr lang="zh-TW" altLang="en-US" dirty="0"/>
              <a:t> </a:t>
            </a:r>
            <a:r>
              <a:rPr lang="en-US" altLang="zh-TW" dirty="0" err="1"/>
              <a:t>Netflow</a:t>
            </a:r>
            <a:endParaRPr lang="zh-TW" altLang="en-US" dirty="0"/>
          </a:p>
        </p:txBody>
      </p:sp>
    </p:spTree>
    <p:extLst>
      <p:ext uri="{BB962C8B-B14F-4D97-AF65-F5344CB8AC3E}">
        <p14:creationId xmlns:p14="http://schemas.microsoft.com/office/powerpoint/2010/main" val="544770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7ED44F5-DEC6-4DCA-9FBE-1158D6278848}"/>
              </a:ext>
            </a:extLst>
          </p:cNvPr>
          <p:cNvPicPr>
            <a:picLocks noChangeAspect="1"/>
          </p:cNvPicPr>
          <p:nvPr/>
        </p:nvPicPr>
        <p:blipFill>
          <a:blip r:embed="rId2"/>
          <a:stretch>
            <a:fillRect/>
          </a:stretch>
        </p:blipFill>
        <p:spPr>
          <a:xfrm>
            <a:off x="0" y="125639"/>
            <a:ext cx="12192000" cy="5975224"/>
          </a:xfrm>
          <a:prstGeom prst="rect">
            <a:avLst/>
          </a:prstGeom>
        </p:spPr>
      </p:pic>
      <p:sp>
        <p:nvSpPr>
          <p:cNvPr id="6" name="標題 5">
            <a:extLst>
              <a:ext uri="{FF2B5EF4-FFF2-40B4-BE49-F238E27FC236}">
                <a16:creationId xmlns:a16="http://schemas.microsoft.com/office/drawing/2014/main" id="{585BD0DD-FF77-D42F-220A-3E59E030D99B}"/>
              </a:ext>
            </a:extLst>
          </p:cNvPr>
          <p:cNvSpPr txBox="1">
            <a:spLocks/>
          </p:cNvSpPr>
          <p:nvPr/>
        </p:nvSpPr>
        <p:spPr>
          <a:xfrm>
            <a:off x="5848714" y="4639506"/>
            <a:ext cx="5500456" cy="132556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Setup system common operation and alert syslog</a:t>
            </a:r>
            <a:endParaRPr lang="zh-TW" altLang="en-US" dirty="0"/>
          </a:p>
        </p:txBody>
      </p:sp>
    </p:spTree>
    <p:extLst>
      <p:ext uri="{BB962C8B-B14F-4D97-AF65-F5344CB8AC3E}">
        <p14:creationId xmlns:p14="http://schemas.microsoft.com/office/powerpoint/2010/main" val="3485079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14E0CFE9-1CD7-238B-E8AE-565CC2AAF630}"/>
              </a:ext>
            </a:extLst>
          </p:cNvPr>
          <p:cNvPicPr>
            <a:picLocks noChangeAspect="1"/>
          </p:cNvPicPr>
          <p:nvPr/>
        </p:nvPicPr>
        <p:blipFill>
          <a:blip r:embed="rId2"/>
          <a:stretch>
            <a:fillRect/>
          </a:stretch>
        </p:blipFill>
        <p:spPr>
          <a:xfrm>
            <a:off x="635797" y="525528"/>
            <a:ext cx="10920406" cy="5806943"/>
          </a:xfrm>
          <a:prstGeom prst="rect">
            <a:avLst/>
          </a:prstGeom>
        </p:spPr>
      </p:pic>
      <p:sp>
        <p:nvSpPr>
          <p:cNvPr id="6" name="標題 5">
            <a:extLst>
              <a:ext uri="{FF2B5EF4-FFF2-40B4-BE49-F238E27FC236}">
                <a16:creationId xmlns:a16="http://schemas.microsoft.com/office/drawing/2014/main" id="{AD3E4CEA-2D5C-33E0-2D61-E6DD3AA9D93E}"/>
              </a:ext>
            </a:extLst>
          </p:cNvPr>
          <p:cNvSpPr txBox="1">
            <a:spLocks/>
          </p:cNvSpPr>
          <p:nvPr/>
        </p:nvSpPr>
        <p:spPr>
          <a:xfrm>
            <a:off x="5848714" y="4639506"/>
            <a:ext cx="550045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Packet Stream Snapshot to </a:t>
            </a:r>
            <a:r>
              <a:rPr lang="en-US" altLang="zh-TW" dirty="0" err="1"/>
              <a:t>pacp</a:t>
            </a:r>
            <a:r>
              <a:rPr lang="en-US" altLang="zh-TW" dirty="0"/>
              <a:t> file</a:t>
            </a:r>
            <a:endParaRPr lang="zh-TW" altLang="en-US" dirty="0"/>
          </a:p>
        </p:txBody>
      </p:sp>
    </p:spTree>
    <p:extLst>
      <p:ext uri="{BB962C8B-B14F-4D97-AF65-F5344CB8AC3E}">
        <p14:creationId xmlns:p14="http://schemas.microsoft.com/office/powerpoint/2010/main" val="1217961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A85DC70-A8A4-D644-56EE-877EBE4F5AD4}"/>
              </a:ext>
            </a:extLst>
          </p:cNvPr>
          <p:cNvPicPr>
            <a:picLocks noChangeAspect="1"/>
          </p:cNvPicPr>
          <p:nvPr/>
        </p:nvPicPr>
        <p:blipFill>
          <a:blip r:embed="rId2"/>
          <a:stretch>
            <a:fillRect/>
          </a:stretch>
        </p:blipFill>
        <p:spPr>
          <a:xfrm>
            <a:off x="628176" y="529338"/>
            <a:ext cx="10935648" cy="5799323"/>
          </a:xfrm>
          <a:prstGeom prst="rect">
            <a:avLst/>
          </a:prstGeom>
        </p:spPr>
      </p:pic>
      <p:sp>
        <p:nvSpPr>
          <p:cNvPr id="6" name="標題 5">
            <a:extLst>
              <a:ext uri="{FF2B5EF4-FFF2-40B4-BE49-F238E27FC236}">
                <a16:creationId xmlns:a16="http://schemas.microsoft.com/office/drawing/2014/main" id="{AD3E4CEA-2D5C-33E0-2D61-E6DD3AA9D93E}"/>
              </a:ext>
            </a:extLst>
          </p:cNvPr>
          <p:cNvSpPr txBox="1">
            <a:spLocks/>
          </p:cNvSpPr>
          <p:nvPr/>
        </p:nvSpPr>
        <p:spPr>
          <a:xfrm>
            <a:off x="5848714" y="4639506"/>
            <a:ext cx="550045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Replay </a:t>
            </a:r>
            <a:r>
              <a:rPr lang="en-US" altLang="zh-TW" dirty="0" err="1"/>
              <a:t>pcap</a:t>
            </a:r>
            <a:r>
              <a:rPr lang="zh-TW" altLang="en-US" dirty="0"/>
              <a:t> </a:t>
            </a:r>
            <a:r>
              <a:rPr lang="en-US" altLang="zh-TW" dirty="0"/>
              <a:t>file</a:t>
            </a:r>
            <a:endParaRPr lang="zh-TW" altLang="en-US" dirty="0"/>
          </a:p>
        </p:txBody>
      </p:sp>
    </p:spTree>
    <p:extLst>
      <p:ext uri="{BB962C8B-B14F-4D97-AF65-F5344CB8AC3E}">
        <p14:creationId xmlns:p14="http://schemas.microsoft.com/office/powerpoint/2010/main" val="3255823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一張含有 文字, 螢幕擷取畫面, 軟體, 陳列 的圖片&#10;&#10;自動產生的描述">
            <a:extLst>
              <a:ext uri="{FF2B5EF4-FFF2-40B4-BE49-F238E27FC236}">
                <a16:creationId xmlns:a16="http://schemas.microsoft.com/office/drawing/2014/main" id="{950DDE78-93A7-725E-A3BC-3CC499C63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5805"/>
            <a:ext cx="12192000" cy="6506390"/>
          </a:xfrm>
          <a:prstGeom prst="rect">
            <a:avLst/>
          </a:prstGeom>
        </p:spPr>
      </p:pic>
      <p:sp>
        <p:nvSpPr>
          <p:cNvPr id="4" name="文字方塊 3">
            <a:extLst>
              <a:ext uri="{FF2B5EF4-FFF2-40B4-BE49-F238E27FC236}">
                <a16:creationId xmlns:a16="http://schemas.microsoft.com/office/drawing/2014/main" id="{69954363-BA22-9AF5-89AE-887EC67ADA2E}"/>
              </a:ext>
            </a:extLst>
          </p:cNvPr>
          <p:cNvSpPr txBox="1"/>
          <p:nvPr/>
        </p:nvSpPr>
        <p:spPr>
          <a:xfrm>
            <a:off x="4723698" y="4811908"/>
            <a:ext cx="7305368" cy="1200329"/>
          </a:xfrm>
          <a:prstGeom prst="rect">
            <a:avLst/>
          </a:prstGeom>
          <a:noFill/>
        </p:spPr>
        <p:txBody>
          <a:bodyPr wrap="square" rtlCol="0">
            <a:spAutoFit/>
          </a:bodyPr>
          <a:lstStyle/>
          <a:p>
            <a:r>
              <a:rPr lang="en-US" altLang="zh-TW" sz="3600" dirty="0"/>
              <a:t>More syntax please refer to</a:t>
            </a:r>
          </a:p>
          <a:p>
            <a:r>
              <a:rPr lang="en-US" altLang="zh-TW" sz="3600" dirty="0"/>
              <a:t>https://packetx.gitbook.io/grism-xml</a:t>
            </a:r>
            <a:endParaRPr lang="zh-TW" altLang="en-US" sz="3600" dirty="0"/>
          </a:p>
        </p:txBody>
      </p:sp>
    </p:spTree>
    <p:extLst>
      <p:ext uri="{BB962C8B-B14F-4D97-AF65-F5344CB8AC3E}">
        <p14:creationId xmlns:p14="http://schemas.microsoft.com/office/powerpoint/2010/main" val="2654577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GRISM XML</a:t>
            </a:r>
            <a:endParaRPr lang="zh-TW" altLang="en-US" dirty="0"/>
          </a:p>
        </p:txBody>
      </p:sp>
      <p:sp>
        <p:nvSpPr>
          <p:cNvPr id="3" name="內容版面配置區 2"/>
          <p:cNvSpPr>
            <a:spLocks noGrp="1"/>
          </p:cNvSpPr>
          <p:nvPr>
            <p:ph idx="1"/>
          </p:nvPr>
        </p:nvSpPr>
        <p:spPr/>
        <p:txBody>
          <a:bodyPr>
            <a:normAutofit/>
          </a:bodyPr>
          <a:lstStyle/>
          <a:p>
            <a:r>
              <a:rPr lang="en-US" altLang="zh-TW" dirty="0"/>
              <a:t>&lt;run&gt;</a:t>
            </a:r>
          </a:p>
          <a:p>
            <a:r>
              <a:rPr lang="en-US" altLang="zh-TW" dirty="0"/>
              <a:t>&lt;filter</a:t>
            </a:r>
            <a:r>
              <a:rPr lang="zh-TW" altLang="en-US" dirty="0"/>
              <a:t> </a:t>
            </a:r>
            <a:r>
              <a:rPr lang="en-US" altLang="zh-TW" dirty="0"/>
              <a:t>id=“1”&gt;</a:t>
            </a:r>
          </a:p>
          <a:p>
            <a:pPr lvl="1"/>
            <a:r>
              <a:rPr lang="en-US" altLang="zh-TW" dirty="0"/>
              <a:t>&lt;and&gt;,&lt;or&gt;</a:t>
            </a:r>
          </a:p>
          <a:p>
            <a:pPr lvl="1"/>
            <a:r>
              <a:rPr lang="en-US" altLang="zh-TW" dirty="0"/>
              <a:t>&lt;find&gt;</a:t>
            </a:r>
          </a:p>
          <a:p>
            <a:r>
              <a:rPr lang="en-US" altLang="zh-TW" dirty="0"/>
              <a:t>&lt;chain&gt;</a:t>
            </a:r>
          </a:p>
          <a:p>
            <a:pPr lvl="1"/>
            <a:r>
              <a:rPr lang="en-US" altLang="zh-TW" dirty="0"/>
              <a:t>&lt;in&gt;</a:t>
            </a:r>
          </a:p>
          <a:p>
            <a:pPr lvl="1"/>
            <a:r>
              <a:rPr lang="en-US" altLang="zh-TW" dirty="0"/>
              <a:t>&lt;fid&gt;</a:t>
            </a:r>
          </a:p>
          <a:p>
            <a:pPr lvl="1"/>
            <a:r>
              <a:rPr lang="en-US" altLang="zh-TW" dirty="0"/>
              <a:t>&lt;out&gt;</a:t>
            </a:r>
          </a:p>
          <a:p>
            <a:pPr lvl="1"/>
            <a:r>
              <a:rPr lang="en-US" altLang="zh-TW" dirty="0"/>
              <a:t>&lt;next type=“match”&gt; </a:t>
            </a:r>
          </a:p>
          <a:p>
            <a:pPr lvl="1"/>
            <a:r>
              <a:rPr lang="en-US" altLang="zh-TW" dirty="0"/>
              <a:t>&lt;next type=“</a:t>
            </a:r>
            <a:r>
              <a:rPr lang="en-US" altLang="zh-TW" dirty="0" err="1"/>
              <a:t>notmatch</a:t>
            </a:r>
            <a:r>
              <a:rPr lang="en-US" altLang="zh-TW" dirty="0"/>
              <a:t>”&gt; </a:t>
            </a:r>
          </a:p>
          <a:p>
            <a:pPr lvl="1"/>
            <a:endParaRPr lang="en-US" altLang="zh-TW" dirty="0"/>
          </a:p>
        </p:txBody>
      </p:sp>
    </p:spTree>
    <p:extLst>
      <p:ext uri="{BB962C8B-B14F-4D97-AF65-F5344CB8AC3E}">
        <p14:creationId xmlns:p14="http://schemas.microsoft.com/office/powerpoint/2010/main" val="1999654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&lt;filter&gt; (L2-L4)</a:t>
            </a:r>
            <a:endParaRPr lang="zh-TW" altLang="en-US" dirty="0"/>
          </a:p>
        </p:txBody>
      </p:sp>
      <p:sp>
        <p:nvSpPr>
          <p:cNvPr id="5" name="內容版面配置區 2"/>
          <p:cNvSpPr txBox="1">
            <a:spLocks/>
          </p:cNvSpPr>
          <p:nvPr/>
        </p:nvSpPr>
        <p:spPr>
          <a:xfrm>
            <a:off x="1084688" y="1494503"/>
            <a:ext cx="9190021" cy="254769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TW" sz="2400" dirty="0"/>
              <a:t>&lt;filter id=“1” name=“</a:t>
            </a:r>
            <a:r>
              <a:rPr lang="en-US" altLang="zh-TW" sz="2400" dirty="0" err="1"/>
              <a:t>dns</a:t>
            </a:r>
            <a:r>
              <a:rPr lang="en-US" altLang="zh-TW" sz="2400" dirty="0"/>
              <a:t>” </a:t>
            </a:r>
            <a:r>
              <a:rPr lang="en-US" altLang="zh-TW" sz="2400" dirty="0" err="1"/>
              <a:t>sessionBase</a:t>
            </a:r>
            <a:r>
              <a:rPr lang="en-US" altLang="zh-TW" sz="2400" dirty="0"/>
              <a:t>=“no”&gt;</a:t>
            </a:r>
          </a:p>
          <a:p>
            <a:pPr marL="0" indent="0">
              <a:buFont typeface="Arial" panose="020B0604020202020204" pitchFamily="34" charset="0"/>
              <a:buNone/>
            </a:pPr>
            <a:r>
              <a:rPr lang="en-US" altLang="zh-TW" sz="2400" dirty="0"/>
              <a:t>    &lt;and&gt;</a:t>
            </a:r>
          </a:p>
          <a:p>
            <a:pPr marL="0" indent="0">
              <a:buFont typeface="Arial" panose="020B0604020202020204" pitchFamily="34" charset="0"/>
              <a:buNone/>
            </a:pPr>
            <a:r>
              <a:rPr lang="en-US" altLang="zh-TW" sz="2400" dirty="0"/>
              <a:t>        &lt;find name=“</a:t>
            </a:r>
            <a:r>
              <a:rPr lang="en-US" altLang="zh-TW" sz="2400" dirty="0" err="1"/>
              <a:t>ip.dst</a:t>
            </a:r>
            <a:r>
              <a:rPr lang="en-US" altLang="zh-TW" sz="2400" dirty="0"/>
              <a:t>” relation=“==” content=“8.8.8.8”&gt;</a:t>
            </a:r>
          </a:p>
          <a:p>
            <a:pPr marL="0" indent="0">
              <a:buNone/>
            </a:pPr>
            <a:r>
              <a:rPr lang="en-US" altLang="zh-TW" sz="2400" dirty="0"/>
              <a:t>        &lt;find name=“</a:t>
            </a:r>
            <a:r>
              <a:rPr lang="en-US" altLang="zh-TW" sz="2400" dirty="0" err="1"/>
              <a:t>udp.dstport</a:t>
            </a:r>
            <a:r>
              <a:rPr lang="en-US" altLang="zh-TW" sz="2400" dirty="0"/>
              <a:t>” relation=“==” content=“53”&gt;</a:t>
            </a:r>
          </a:p>
          <a:p>
            <a:pPr marL="0" indent="0">
              <a:buFont typeface="Arial" panose="020B0604020202020204" pitchFamily="34" charset="0"/>
              <a:buNone/>
            </a:pPr>
            <a:r>
              <a:rPr lang="en-US" altLang="zh-TW" sz="2400" dirty="0"/>
              <a:t>    &lt;/and&gt;</a:t>
            </a:r>
          </a:p>
          <a:p>
            <a:pPr marL="0" indent="0">
              <a:buFont typeface="Arial" panose="020B0604020202020204" pitchFamily="34" charset="0"/>
              <a:buNone/>
            </a:pPr>
            <a:r>
              <a:rPr lang="en-US" altLang="zh-TW" sz="2400" dirty="0"/>
              <a:t>&lt;/filter&gt;</a:t>
            </a:r>
            <a:endParaRPr lang="zh-TW" altLang="en-US" sz="2400" dirty="0"/>
          </a:p>
        </p:txBody>
      </p:sp>
      <p:sp>
        <p:nvSpPr>
          <p:cNvPr id="6" name="內容版面配置區 2"/>
          <p:cNvSpPr txBox="1">
            <a:spLocks/>
          </p:cNvSpPr>
          <p:nvPr/>
        </p:nvSpPr>
        <p:spPr>
          <a:xfrm>
            <a:off x="1084688" y="4042202"/>
            <a:ext cx="8838539" cy="26527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t>&lt;filter id=“2” name=“</a:t>
            </a:r>
            <a:r>
              <a:rPr lang="en-US" altLang="zh-TW" sz="2400" dirty="0" err="1"/>
              <a:t>ip</a:t>
            </a:r>
            <a:r>
              <a:rPr lang="en-US" altLang="zh-TW" sz="2400" dirty="0"/>
              <a:t> list” </a:t>
            </a:r>
            <a:r>
              <a:rPr lang="en-US" altLang="zh-TW" sz="2400" dirty="0" err="1"/>
              <a:t>sessionBase</a:t>
            </a:r>
            <a:r>
              <a:rPr lang="en-US" altLang="zh-TW" sz="2400" dirty="0"/>
              <a:t>=“no”&gt;</a:t>
            </a:r>
          </a:p>
          <a:p>
            <a:pPr marL="0" indent="0">
              <a:buFont typeface="Arial" panose="020B0604020202020204" pitchFamily="34" charset="0"/>
              <a:buNone/>
            </a:pPr>
            <a:r>
              <a:rPr lang="en-US" altLang="zh-TW" sz="2400" dirty="0"/>
              <a:t>    &lt;or&gt;</a:t>
            </a:r>
          </a:p>
          <a:p>
            <a:pPr marL="0" indent="0">
              <a:buFont typeface="Arial" panose="020B0604020202020204" pitchFamily="34" charset="0"/>
              <a:buNone/>
            </a:pPr>
            <a:r>
              <a:rPr lang="en-US" altLang="zh-TW" sz="2400" dirty="0"/>
              <a:t>        &lt;find name=“</a:t>
            </a:r>
            <a:r>
              <a:rPr lang="en-US" altLang="zh-TW" sz="2400" dirty="0" err="1"/>
              <a:t>ip.addr</a:t>
            </a:r>
            <a:r>
              <a:rPr lang="en-US" altLang="zh-TW" sz="2400" dirty="0"/>
              <a:t>” relation=“==” content=“8.8.8.8”&gt;</a:t>
            </a:r>
          </a:p>
          <a:p>
            <a:pPr marL="0" indent="0">
              <a:buNone/>
            </a:pPr>
            <a:r>
              <a:rPr lang="en-US" altLang="zh-TW" sz="2400" dirty="0"/>
              <a:t>        &lt;find name=“</a:t>
            </a:r>
            <a:r>
              <a:rPr lang="en-US" altLang="zh-TW" sz="2400" dirty="0" err="1"/>
              <a:t>ip.addr</a:t>
            </a:r>
            <a:r>
              <a:rPr lang="en-US" altLang="zh-TW" sz="2400" dirty="0"/>
              <a:t>” relation=“==” content=“168.95.1.1”&gt;</a:t>
            </a:r>
          </a:p>
          <a:p>
            <a:pPr marL="0" indent="0">
              <a:buFont typeface="Arial" panose="020B0604020202020204" pitchFamily="34" charset="0"/>
              <a:buNone/>
            </a:pPr>
            <a:r>
              <a:rPr lang="en-US" altLang="zh-TW" sz="2400" dirty="0"/>
              <a:t>    &lt;/or&gt;</a:t>
            </a:r>
          </a:p>
          <a:p>
            <a:pPr marL="0" indent="0">
              <a:buFont typeface="Arial" panose="020B0604020202020204" pitchFamily="34" charset="0"/>
              <a:buNone/>
            </a:pPr>
            <a:r>
              <a:rPr lang="en-US" altLang="zh-TW" sz="2400" dirty="0"/>
              <a:t>&lt;/filter&gt;</a:t>
            </a:r>
            <a:endParaRPr lang="zh-TW" altLang="en-US" sz="2400" dirty="0"/>
          </a:p>
        </p:txBody>
      </p:sp>
    </p:spTree>
    <p:extLst>
      <p:ext uri="{BB962C8B-B14F-4D97-AF65-F5344CB8AC3E}">
        <p14:creationId xmlns:p14="http://schemas.microsoft.com/office/powerpoint/2010/main" val="1904640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dirty="0"/>
              <a:t>&lt;filter&gt; (L7)</a:t>
            </a:r>
            <a:endParaRPr lang="zh-TW" altLang="en-US" dirty="0"/>
          </a:p>
        </p:txBody>
      </p:sp>
      <p:sp>
        <p:nvSpPr>
          <p:cNvPr id="7" name="內容版面配置區 2"/>
          <p:cNvSpPr txBox="1">
            <a:spLocks/>
          </p:cNvSpPr>
          <p:nvPr/>
        </p:nvSpPr>
        <p:spPr>
          <a:xfrm>
            <a:off x="1106236" y="1325270"/>
            <a:ext cx="10515600" cy="27225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t>&lt;filter id=“3” name=“</a:t>
            </a:r>
            <a:r>
              <a:rPr lang="en-US" altLang="zh-TW" sz="2400" dirty="0" err="1"/>
              <a:t>dns</a:t>
            </a:r>
            <a:r>
              <a:rPr lang="en-US" altLang="zh-TW" sz="2400" dirty="0"/>
              <a:t> black list” </a:t>
            </a:r>
            <a:r>
              <a:rPr lang="en-US" altLang="zh-TW" sz="2400" dirty="0" err="1"/>
              <a:t>sessionBase</a:t>
            </a:r>
            <a:r>
              <a:rPr lang="en-US" altLang="zh-TW" sz="2400" dirty="0"/>
              <a:t>=“no”&gt;</a:t>
            </a:r>
          </a:p>
          <a:p>
            <a:pPr marL="0" indent="0">
              <a:buFont typeface="Arial" panose="020B0604020202020204" pitchFamily="34" charset="0"/>
              <a:buNone/>
            </a:pPr>
            <a:r>
              <a:rPr lang="en-US" altLang="zh-TW" sz="2400" dirty="0"/>
              <a:t>    &lt;or&gt;</a:t>
            </a:r>
          </a:p>
          <a:p>
            <a:pPr marL="0" indent="0">
              <a:buNone/>
            </a:pPr>
            <a:r>
              <a:rPr lang="en-US" altLang="zh-TW" sz="2400" dirty="0"/>
              <a:t>        &lt;find name=“dns.qry.name” relation=“==” content=“</a:t>
            </a:r>
            <a:r>
              <a:rPr lang="en-US" altLang="zh-TW" sz="2400" dirty="0">
                <a:solidFill>
                  <a:srgbClr val="222222"/>
                </a:solidFill>
                <a:cs typeface="Arial" panose="020B0604020202020204" pitchFamily="34" charset="0"/>
              </a:rPr>
              <a:t>xxx.com</a:t>
            </a:r>
            <a:r>
              <a:rPr lang="en-US" altLang="zh-TW" sz="2400" dirty="0"/>
              <a:t>”&gt;</a:t>
            </a:r>
          </a:p>
          <a:p>
            <a:pPr marL="0" indent="0">
              <a:buNone/>
            </a:pPr>
            <a:r>
              <a:rPr lang="en-US" altLang="zh-TW" sz="2400" dirty="0"/>
              <a:t>        &lt;find name=“dns.qry.name” relation=“==” content=“</a:t>
            </a:r>
            <a:r>
              <a:rPr lang="en-US" altLang="zh-TW" sz="2400" dirty="0">
                <a:solidFill>
                  <a:srgbClr val="222222"/>
                </a:solidFill>
                <a:cs typeface="Arial" panose="020B0604020202020204" pitchFamily="34" charset="0"/>
              </a:rPr>
              <a:t>xyz.com</a:t>
            </a:r>
            <a:r>
              <a:rPr lang="en-US" altLang="zh-TW" sz="2400" dirty="0"/>
              <a:t>”&gt;</a:t>
            </a:r>
          </a:p>
          <a:p>
            <a:pPr marL="0" indent="0">
              <a:buFont typeface="Arial" panose="020B0604020202020204" pitchFamily="34" charset="0"/>
              <a:buNone/>
            </a:pPr>
            <a:r>
              <a:rPr lang="en-US" altLang="zh-TW" sz="2400" dirty="0"/>
              <a:t>    &lt;/or&gt;</a:t>
            </a:r>
          </a:p>
          <a:p>
            <a:pPr marL="0" indent="0">
              <a:buFont typeface="Arial" panose="020B0604020202020204" pitchFamily="34" charset="0"/>
              <a:buNone/>
            </a:pPr>
            <a:r>
              <a:rPr lang="en-US" altLang="zh-TW" sz="2400" dirty="0"/>
              <a:t>&lt;/filter&gt;</a:t>
            </a:r>
          </a:p>
        </p:txBody>
      </p:sp>
      <p:sp>
        <p:nvSpPr>
          <p:cNvPr id="4" name="內容版面配置區 2">
            <a:extLst>
              <a:ext uri="{FF2B5EF4-FFF2-40B4-BE49-F238E27FC236}">
                <a16:creationId xmlns:a16="http://schemas.microsoft.com/office/drawing/2014/main" id="{D2AB0A51-047D-7895-8E6B-A7A65FF56EFF}"/>
              </a:ext>
            </a:extLst>
          </p:cNvPr>
          <p:cNvSpPr txBox="1">
            <a:spLocks/>
          </p:cNvSpPr>
          <p:nvPr/>
        </p:nvSpPr>
        <p:spPr>
          <a:xfrm>
            <a:off x="1106236" y="4046918"/>
            <a:ext cx="10515600" cy="27225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t>&lt;filter id=“4” name=“</a:t>
            </a:r>
            <a:r>
              <a:rPr lang="en-US" altLang="zh-TW" sz="2400" dirty="0" err="1"/>
              <a:t>ssl</a:t>
            </a:r>
            <a:r>
              <a:rPr lang="en-US" altLang="zh-TW" sz="2400" dirty="0"/>
              <a:t> black list” </a:t>
            </a:r>
            <a:r>
              <a:rPr lang="en-US" altLang="zh-TW" sz="2400" dirty="0" err="1"/>
              <a:t>sessionBase</a:t>
            </a:r>
            <a:r>
              <a:rPr lang="en-US" altLang="zh-TW" sz="2400" dirty="0"/>
              <a:t>=“no”&gt;</a:t>
            </a:r>
          </a:p>
          <a:p>
            <a:pPr marL="0" indent="0">
              <a:buFont typeface="Arial" panose="020B0604020202020204" pitchFamily="34" charset="0"/>
              <a:buNone/>
            </a:pPr>
            <a:r>
              <a:rPr lang="en-US" altLang="zh-TW" sz="2400" dirty="0"/>
              <a:t>    &lt;or&gt;</a:t>
            </a:r>
          </a:p>
          <a:p>
            <a:pPr marL="0" indent="0">
              <a:buNone/>
            </a:pPr>
            <a:r>
              <a:rPr lang="en-US" altLang="zh-TW" sz="2400" dirty="0"/>
              <a:t>        &lt;find name=“</a:t>
            </a:r>
            <a:r>
              <a:rPr lang="en-US" altLang="zh-TW" sz="2400" dirty="0" err="1"/>
              <a:t>ssl.server_name</a:t>
            </a:r>
            <a:r>
              <a:rPr lang="en-US" altLang="zh-TW" sz="2400" dirty="0"/>
              <a:t>” relation=“==” content=“</a:t>
            </a:r>
            <a:r>
              <a:rPr lang="en-US" altLang="zh-TW" sz="2400" dirty="0">
                <a:solidFill>
                  <a:srgbClr val="222222"/>
                </a:solidFill>
                <a:cs typeface="Arial" panose="020B0604020202020204" pitchFamily="34" charset="0"/>
              </a:rPr>
              <a:t>xxx.com</a:t>
            </a:r>
            <a:r>
              <a:rPr lang="en-US" altLang="zh-TW" sz="2400" dirty="0"/>
              <a:t>”&gt;</a:t>
            </a:r>
          </a:p>
          <a:p>
            <a:pPr marL="0" indent="0">
              <a:buNone/>
            </a:pPr>
            <a:r>
              <a:rPr lang="en-US" altLang="zh-TW" sz="2400" dirty="0"/>
              <a:t>        &lt;find name=“</a:t>
            </a:r>
            <a:r>
              <a:rPr lang="en-US" altLang="zh-TW" sz="2400" dirty="0" err="1"/>
              <a:t>ssl.server_name</a:t>
            </a:r>
            <a:r>
              <a:rPr lang="en-US" altLang="zh-TW" sz="2400" dirty="0"/>
              <a:t>” relation=“==” content=“</a:t>
            </a:r>
            <a:r>
              <a:rPr lang="en-US" altLang="zh-TW" sz="2400" dirty="0">
                <a:solidFill>
                  <a:srgbClr val="222222"/>
                </a:solidFill>
                <a:cs typeface="Arial" panose="020B0604020202020204" pitchFamily="34" charset="0"/>
              </a:rPr>
              <a:t>xyz.com</a:t>
            </a:r>
            <a:r>
              <a:rPr lang="en-US" altLang="zh-TW" sz="2400" dirty="0"/>
              <a:t>”&gt;</a:t>
            </a:r>
          </a:p>
          <a:p>
            <a:pPr marL="0" indent="0">
              <a:buFont typeface="Arial" panose="020B0604020202020204" pitchFamily="34" charset="0"/>
              <a:buNone/>
            </a:pPr>
            <a:r>
              <a:rPr lang="en-US" altLang="zh-TW" sz="2400" dirty="0"/>
              <a:t>    &lt;/or&gt;</a:t>
            </a:r>
          </a:p>
          <a:p>
            <a:pPr marL="0" indent="0">
              <a:buFont typeface="Arial" panose="020B0604020202020204" pitchFamily="34" charset="0"/>
              <a:buNone/>
            </a:pPr>
            <a:r>
              <a:rPr lang="en-US" altLang="zh-TW" sz="2400" dirty="0"/>
              <a:t>&lt;/filter&gt;</a:t>
            </a:r>
          </a:p>
        </p:txBody>
      </p:sp>
    </p:spTree>
    <p:extLst>
      <p:ext uri="{BB962C8B-B14F-4D97-AF65-F5344CB8AC3E}">
        <p14:creationId xmlns:p14="http://schemas.microsoft.com/office/powerpoint/2010/main" val="2786148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dirty="0"/>
              <a:t>&lt;filter&gt; (L7)</a:t>
            </a:r>
            <a:endParaRPr lang="zh-TW" altLang="en-US" dirty="0"/>
          </a:p>
        </p:txBody>
      </p:sp>
      <p:sp>
        <p:nvSpPr>
          <p:cNvPr id="7" name="內容版面配置區 2"/>
          <p:cNvSpPr txBox="1">
            <a:spLocks/>
          </p:cNvSpPr>
          <p:nvPr/>
        </p:nvSpPr>
        <p:spPr>
          <a:xfrm>
            <a:off x="1106236" y="1603601"/>
            <a:ext cx="10515600" cy="43645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400" dirty="0"/>
              <a:t>&lt;filter id=“2” name=“l7 test” </a:t>
            </a:r>
            <a:r>
              <a:rPr lang="en-US" altLang="zh-TW" sz="2400" dirty="0" err="1"/>
              <a:t>sessionBase</a:t>
            </a:r>
            <a:r>
              <a:rPr lang="en-US" altLang="zh-TW" sz="2400" dirty="0"/>
              <a:t>=“yes”&gt;</a:t>
            </a:r>
          </a:p>
          <a:p>
            <a:pPr marL="0" indent="0">
              <a:buFont typeface="Arial" panose="020B0604020202020204" pitchFamily="34" charset="0"/>
              <a:buNone/>
            </a:pPr>
            <a:r>
              <a:rPr lang="en-US" altLang="zh-TW" sz="2400" dirty="0"/>
              <a:t>    &lt;or&gt;</a:t>
            </a:r>
          </a:p>
          <a:p>
            <a:pPr marL="0" indent="0">
              <a:buNone/>
            </a:pPr>
            <a:r>
              <a:rPr lang="en-US" altLang="zh-TW" sz="2400" dirty="0"/>
              <a:t>        &lt;find name=“regex” relation=“==” content=“</a:t>
            </a:r>
            <a:r>
              <a:rPr lang="en-US" altLang="zh-TW" sz="2400" dirty="0">
                <a:solidFill>
                  <a:srgbClr val="222222"/>
                </a:solidFill>
                <a:cs typeface="Arial" panose="020B0604020202020204" pitchFamily="34" charset="0"/>
              </a:rPr>
              <a:t>\x0bgooglevideo\x03com</a:t>
            </a:r>
            <a:r>
              <a:rPr lang="en-US" altLang="zh-TW" sz="2400" dirty="0"/>
              <a:t>”&gt;</a:t>
            </a:r>
          </a:p>
          <a:p>
            <a:pPr marL="0" indent="0">
              <a:buNone/>
            </a:pPr>
            <a:r>
              <a:rPr lang="en-US" altLang="zh-TW" sz="2400" dirty="0"/>
              <a:t>        &lt;find name=“regex” relation=“==” content=“</a:t>
            </a:r>
            <a:r>
              <a:rPr lang="en-US" altLang="zh-TW" sz="2400" dirty="0">
                <a:solidFill>
                  <a:srgbClr val="222222"/>
                </a:solidFill>
                <a:cs typeface="Arial" panose="020B0604020202020204" pitchFamily="34" charset="0"/>
              </a:rPr>
              <a:t>{s}\/.*Host: yahoo\.com</a:t>
            </a:r>
            <a:r>
              <a:rPr lang="en-US" altLang="zh-TW" sz="2400" dirty="0"/>
              <a:t>”&gt;</a:t>
            </a:r>
          </a:p>
          <a:p>
            <a:pPr marL="0" indent="0">
              <a:buFont typeface="Arial" panose="020B0604020202020204" pitchFamily="34" charset="0"/>
              <a:buNone/>
            </a:pPr>
            <a:r>
              <a:rPr lang="en-US" altLang="zh-TW" sz="2400" dirty="0"/>
              <a:t>    &lt;/or&gt;</a:t>
            </a:r>
          </a:p>
          <a:p>
            <a:pPr marL="0" indent="0">
              <a:buFont typeface="Arial" panose="020B0604020202020204" pitchFamily="34" charset="0"/>
              <a:buNone/>
            </a:pPr>
            <a:r>
              <a:rPr lang="en-US" altLang="zh-TW" sz="2400" dirty="0"/>
              <a:t>&lt;/filter&gt;</a:t>
            </a:r>
          </a:p>
          <a:p>
            <a:pPr marL="0" indent="0">
              <a:buNone/>
            </a:pPr>
            <a:endParaRPr lang="en-US" altLang="zh-TW" sz="1800" dirty="0">
              <a:solidFill>
                <a:srgbClr val="222222"/>
              </a:solidFill>
              <a:latin typeface="Arial" panose="020B0604020202020204" pitchFamily="34" charset="0"/>
              <a:cs typeface="Arial" panose="020B0604020202020204" pitchFamily="34" charset="0"/>
            </a:endParaRPr>
          </a:p>
          <a:p>
            <a:pPr marL="0" indent="0">
              <a:buNone/>
            </a:pPr>
            <a:r>
              <a:rPr lang="en-US" altLang="zh-TW" sz="1800" dirty="0">
                <a:solidFill>
                  <a:srgbClr val="222222"/>
                </a:solidFill>
                <a:ea typeface="微軟正黑體" panose="020B0604030504040204" pitchFamily="34" charset="-120"/>
                <a:cs typeface="Arial" panose="020B0604020202020204" pitchFamily="34" charset="0"/>
              </a:rPr>
              <a:t>ps1: </a:t>
            </a:r>
            <a:r>
              <a:rPr lang="en-US" altLang="zh-TW" sz="1800" dirty="0">
                <a:solidFill>
                  <a:srgbClr val="FF0000"/>
                </a:solidFill>
                <a:ea typeface="微軟正黑體" panose="020B0604030504040204" pitchFamily="34" charset="-120"/>
                <a:cs typeface="Arial" panose="020B0604020202020204" pitchFamily="34" charset="0"/>
              </a:rPr>
              <a:t>\x0bgooglevideo\x03com  </a:t>
            </a:r>
            <a:r>
              <a:rPr lang="en-US" altLang="zh-TW" sz="1800" dirty="0">
                <a:solidFill>
                  <a:srgbClr val="222222"/>
                </a:solidFill>
                <a:ea typeface="微軟正黑體" panose="020B0604030504040204" pitchFamily="34" charset="-120"/>
                <a:cs typeface="Arial" panose="020B0604020202020204" pitchFamily="34" charset="0"/>
              </a:rPr>
              <a:t>is to compare the </a:t>
            </a:r>
            <a:r>
              <a:rPr lang="en-US" altLang="zh-TW" sz="1800" dirty="0" err="1">
                <a:solidFill>
                  <a:srgbClr val="222222"/>
                </a:solidFill>
                <a:ea typeface="微軟正黑體" panose="020B0604030504040204" pitchFamily="34" charset="-120"/>
                <a:cs typeface="Arial" panose="020B0604020202020204" pitchFamily="34" charset="0"/>
              </a:rPr>
              <a:t>dns</a:t>
            </a:r>
            <a:r>
              <a:rPr lang="en-US" altLang="zh-TW" sz="1800" dirty="0">
                <a:solidFill>
                  <a:srgbClr val="222222"/>
                </a:solidFill>
                <a:ea typeface="微軟正黑體" panose="020B0604030504040204" pitchFamily="34" charset="-120"/>
                <a:cs typeface="Arial" panose="020B0604020202020204" pitchFamily="34" charset="0"/>
              </a:rPr>
              <a:t> domain </a:t>
            </a:r>
            <a:r>
              <a:rPr lang="en-US" altLang="zh-TW" sz="1800" b="1" dirty="0">
                <a:solidFill>
                  <a:srgbClr val="FF0000"/>
                </a:solidFill>
                <a:ea typeface="微軟正黑體" panose="020B0604030504040204" pitchFamily="34" charset="-120"/>
                <a:cs typeface="Arial" panose="020B0604020202020204" pitchFamily="34" charset="0"/>
              </a:rPr>
              <a:t>googlevideo.com </a:t>
            </a:r>
            <a:r>
              <a:rPr lang="en-US" altLang="zh-TW" sz="1800" dirty="0">
                <a:solidFill>
                  <a:srgbClr val="222222"/>
                </a:solidFill>
                <a:ea typeface="微軟正黑體" panose="020B0604030504040204" pitchFamily="34" charset="-120"/>
                <a:cs typeface="Arial" panose="020B0604020202020204" pitchFamily="34" charset="0"/>
              </a:rPr>
              <a:t>patten in packet</a:t>
            </a:r>
          </a:p>
          <a:p>
            <a:pPr marL="0" indent="0">
              <a:buNone/>
            </a:pPr>
            <a:r>
              <a:rPr lang="en-US" altLang="zh-TW" sz="1800" dirty="0">
                <a:solidFill>
                  <a:srgbClr val="222222"/>
                </a:solidFill>
                <a:ea typeface="微軟正黑體" panose="020B0604030504040204" pitchFamily="34" charset="-120"/>
                <a:cs typeface="Arial" panose="020B0604020202020204" pitchFamily="34" charset="0"/>
              </a:rPr>
              <a:t>ps2: </a:t>
            </a:r>
            <a:r>
              <a:rPr lang="en-US" altLang="zh-TW" sz="1800" dirty="0">
                <a:solidFill>
                  <a:srgbClr val="FF0000"/>
                </a:solidFill>
                <a:ea typeface="微軟正黑體" panose="020B0604030504040204" pitchFamily="34" charset="-120"/>
                <a:cs typeface="Arial" panose="020B0604020202020204" pitchFamily="34" charset="0"/>
              </a:rPr>
              <a:t>{s}\/.*Host: yahoo\.com   </a:t>
            </a:r>
            <a:r>
              <a:rPr lang="en-US" altLang="zh-TW" sz="1800" dirty="0">
                <a:solidFill>
                  <a:srgbClr val="222222"/>
                </a:solidFill>
                <a:ea typeface="微軟正黑體" panose="020B0604030504040204" pitchFamily="34" charset="-120"/>
                <a:cs typeface="Arial" panose="020B0604020202020204" pitchFamily="34" charset="0"/>
              </a:rPr>
              <a:t>is to compare the HTTP host </a:t>
            </a:r>
            <a:r>
              <a:rPr lang="en-US" altLang="zh-TW" sz="1800" b="1" dirty="0">
                <a:solidFill>
                  <a:srgbClr val="FF0000"/>
                </a:solidFill>
                <a:ea typeface="微軟正黑體" panose="020B0604030504040204" pitchFamily="34" charset="-120"/>
                <a:cs typeface="Arial" panose="020B0604020202020204" pitchFamily="34" charset="0"/>
              </a:rPr>
              <a:t>yahoo.com </a:t>
            </a:r>
            <a:r>
              <a:rPr lang="en-US" altLang="zh-TW" sz="1800" dirty="0">
                <a:solidFill>
                  <a:srgbClr val="222222"/>
                </a:solidFill>
                <a:ea typeface="微軟正黑體" panose="020B0604030504040204" pitchFamily="34" charset="-120"/>
                <a:cs typeface="Arial" panose="020B0604020202020204" pitchFamily="34" charset="0"/>
              </a:rPr>
              <a:t>patten in packet</a:t>
            </a:r>
            <a:endParaRPr lang="en-US" altLang="zh-TW" sz="1800" b="1" dirty="0">
              <a:solidFill>
                <a:srgbClr val="FF0000"/>
              </a:solidFill>
              <a:ea typeface="微軟正黑體" panose="020B0604030504040204" pitchFamily="34" charset="-120"/>
              <a:cs typeface="Arial" panose="020B0604020202020204" pitchFamily="34" charset="0"/>
            </a:endParaRPr>
          </a:p>
          <a:p>
            <a:pPr marL="0" indent="0">
              <a:buNone/>
            </a:pPr>
            <a:r>
              <a:rPr lang="en-US" altLang="zh-TW" sz="1800" dirty="0">
                <a:solidFill>
                  <a:srgbClr val="222222"/>
                </a:solidFill>
                <a:ea typeface="微軟正黑體" panose="020B0604030504040204" pitchFamily="34" charset="-120"/>
                <a:cs typeface="Arial" panose="020B0604020202020204" pitchFamily="34" charset="0"/>
              </a:rPr>
              <a:t>ps3: </a:t>
            </a:r>
            <a:r>
              <a:rPr lang="en-US" altLang="zh-TW" sz="1800" dirty="0" err="1">
                <a:solidFill>
                  <a:srgbClr val="222222"/>
                </a:solidFill>
                <a:ea typeface="微軟正黑體" panose="020B0604030504040204" pitchFamily="34" charset="-120"/>
                <a:cs typeface="Arial" panose="020B0604020202020204" pitchFamily="34" charset="0"/>
              </a:rPr>
              <a:t>sessionBase</a:t>
            </a:r>
            <a:r>
              <a:rPr lang="en-US" altLang="zh-TW" sz="1800" dirty="0">
                <a:solidFill>
                  <a:srgbClr val="222222"/>
                </a:solidFill>
                <a:ea typeface="微軟正黑體" panose="020B0604030504040204" pitchFamily="34" charset="-120"/>
                <a:cs typeface="Arial" panose="020B0604020202020204" pitchFamily="34" charset="0"/>
              </a:rPr>
              <a:t>=“yes” means if one packet matched, all packets in same session will be filtered.</a:t>
            </a:r>
            <a:endParaRPr lang="zh-TW" altLang="en-US" sz="2400" dirty="0"/>
          </a:p>
        </p:txBody>
      </p:sp>
    </p:spTree>
    <p:extLst>
      <p:ext uri="{BB962C8B-B14F-4D97-AF65-F5344CB8AC3E}">
        <p14:creationId xmlns:p14="http://schemas.microsoft.com/office/powerpoint/2010/main" val="1891211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1" y="342485"/>
            <a:ext cx="10515600" cy="1325563"/>
          </a:xfrm>
        </p:spPr>
        <p:txBody>
          <a:bodyPr/>
          <a:lstStyle/>
          <a:p>
            <a:r>
              <a:rPr lang="en-US" altLang="zh-TW" dirty="0"/>
              <a:t>&lt;chain&gt;</a:t>
            </a:r>
            <a:endParaRPr lang="zh-TW" altLang="en-US" dirty="0"/>
          </a:p>
        </p:txBody>
      </p:sp>
      <p:sp>
        <p:nvSpPr>
          <p:cNvPr id="3" name="內容版面配置區 2"/>
          <p:cNvSpPr>
            <a:spLocks noGrp="1"/>
          </p:cNvSpPr>
          <p:nvPr>
            <p:ph idx="1"/>
          </p:nvPr>
        </p:nvSpPr>
        <p:spPr>
          <a:xfrm>
            <a:off x="838201" y="1665323"/>
            <a:ext cx="9522350" cy="551815"/>
          </a:xfrm>
        </p:spPr>
        <p:txBody>
          <a:bodyPr>
            <a:normAutofit/>
          </a:bodyPr>
          <a:lstStyle/>
          <a:p>
            <a:r>
              <a:rPr lang="en-US" altLang="zh-TW" dirty="0"/>
              <a:t>Plan for In/out</a:t>
            </a:r>
            <a:r>
              <a:rPr lang="zh-TW" altLang="en-US" dirty="0"/>
              <a:t> </a:t>
            </a:r>
            <a:r>
              <a:rPr lang="en-US" altLang="zh-TW" dirty="0"/>
              <a:t>path </a:t>
            </a:r>
          </a:p>
        </p:txBody>
      </p:sp>
      <p:sp>
        <p:nvSpPr>
          <p:cNvPr id="5" name="內容版面配置區 2"/>
          <p:cNvSpPr txBox="1">
            <a:spLocks/>
          </p:cNvSpPr>
          <p:nvPr/>
        </p:nvSpPr>
        <p:spPr>
          <a:xfrm>
            <a:off x="1063753" y="2247667"/>
            <a:ext cx="4158256" cy="45094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1600" dirty="0"/>
              <a:t>&lt;chain id="0"&gt;</a:t>
            </a:r>
          </a:p>
          <a:p>
            <a:pPr marL="0" indent="0">
              <a:buNone/>
            </a:pPr>
            <a:r>
              <a:rPr lang="en-US" altLang="zh-TW" sz="1600" dirty="0"/>
              <a:t>    &lt;in&gt;P0&lt;/in&gt;</a:t>
            </a:r>
          </a:p>
          <a:p>
            <a:pPr marL="0" indent="0">
              <a:buNone/>
            </a:pPr>
            <a:r>
              <a:rPr lang="en-US" altLang="zh-TW" sz="1600" dirty="0"/>
              <a:t>    &lt;fid&gt;F1&lt;/fid&gt;</a:t>
            </a:r>
          </a:p>
          <a:p>
            <a:pPr marL="0" indent="0">
              <a:buNone/>
            </a:pPr>
            <a:r>
              <a:rPr lang="en-US" altLang="zh-TW" sz="1600" dirty="0"/>
              <a:t>    &lt;next type="match"&gt;</a:t>
            </a:r>
          </a:p>
          <a:p>
            <a:pPr marL="0" indent="0">
              <a:buNone/>
            </a:pPr>
            <a:r>
              <a:rPr lang="en-US" altLang="zh-TW" sz="1600" dirty="0"/>
              <a:t>        &lt;fid&gt;F2&lt;/fid&gt;</a:t>
            </a:r>
          </a:p>
          <a:p>
            <a:pPr marL="0" indent="0">
              <a:buNone/>
            </a:pPr>
            <a:r>
              <a:rPr lang="en-US" altLang="zh-TW" sz="1600" dirty="0"/>
              <a:t>        &lt;out&gt;P2&lt;/out&gt;</a:t>
            </a:r>
          </a:p>
          <a:p>
            <a:pPr marL="0" indent="0">
              <a:buNone/>
            </a:pPr>
            <a:r>
              <a:rPr lang="en-US" altLang="zh-TW" sz="1600" dirty="0"/>
              <a:t>    &lt;/next&gt;</a:t>
            </a:r>
          </a:p>
          <a:p>
            <a:pPr marL="0" indent="0">
              <a:buNone/>
            </a:pPr>
            <a:r>
              <a:rPr lang="zh-TW" altLang="en-US" sz="1600" dirty="0"/>
              <a:t>    </a:t>
            </a:r>
            <a:r>
              <a:rPr lang="en-US" altLang="zh-TW" sz="1600" dirty="0"/>
              <a:t>&lt;next type="</a:t>
            </a:r>
            <a:r>
              <a:rPr lang="en-US" altLang="zh-TW" sz="1600" dirty="0" err="1"/>
              <a:t>notmatch</a:t>
            </a:r>
            <a:r>
              <a:rPr lang="en-US" altLang="zh-TW" sz="1600" dirty="0"/>
              <a:t>"&gt;</a:t>
            </a:r>
          </a:p>
          <a:p>
            <a:pPr marL="0" indent="0">
              <a:buNone/>
            </a:pPr>
            <a:r>
              <a:rPr lang="en-US" altLang="zh-TW" sz="1600" dirty="0"/>
              <a:t>        &lt;fid&gt;F3&lt;/fid&gt;</a:t>
            </a:r>
          </a:p>
          <a:p>
            <a:pPr marL="0" indent="0">
              <a:buNone/>
            </a:pPr>
            <a:r>
              <a:rPr lang="en-US" altLang="zh-TW" sz="1600" dirty="0"/>
              <a:t>        &lt;out&gt;P3&lt;/out&gt;</a:t>
            </a:r>
          </a:p>
          <a:p>
            <a:pPr marL="0" indent="0">
              <a:buNone/>
            </a:pPr>
            <a:r>
              <a:rPr lang="en-US" altLang="zh-TW" sz="1600" dirty="0"/>
              <a:t>    &lt;/next&gt;</a:t>
            </a:r>
          </a:p>
          <a:p>
            <a:pPr marL="0" indent="0">
              <a:buNone/>
            </a:pPr>
            <a:r>
              <a:rPr lang="en-US" altLang="zh-TW" sz="1600" dirty="0"/>
              <a:t>&lt;/chain&gt;</a:t>
            </a:r>
            <a:endParaRPr lang="zh-TW" altLang="en-US" sz="1600" dirty="0"/>
          </a:p>
        </p:txBody>
      </p:sp>
      <p:sp>
        <p:nvSpPr>
          <p:cNvPr id="82" name="內容版面配置區 2"/>
          <p:cNvSpPr txBox="1">
            <a:spLocks/>
          </p:cNvSpPr>
          <p:nvPr/>
        </p:nvSpPr>
        <p:spPr>
          <a:xfrm>
            <a:off x="5921027" y="1562094"/>
            <a:ext cx="4158256" cy="45094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TW" altLang="en-US" sz="1600" dirty="0"/>
          </a:p>
        </p:txBody>
      </p:sp>
      <p:sp>
        <p:nvSpPr>
          <p:cNvPr id="104" name="流程圖: 程序 103"/>
          <p:cNvSpPr/>
          <p:nvPr/>
        </p:nvSpPr>
        <p:spPr>
          <a:xfrm>
            <a:off x="4814251" y="3039195"/>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P0</a:t>
            </a:r>
            <a:endParaRPr lang="zh-TW" altLang="en-US" dirty="0">
              <a:solidFill>
                <a:schemeClr val="tx1"/>
              </a:solidFill>
            </a:endParaRPr>
          </a:p>
        </p:txBody>
      </p:sp>
      <p:sp>
        <p:nvSpPr>
          <p:cNvPr id="105" name="圓角矩形 104"/>
          <p:cNvSpPr/>
          <p:nvPr/>
        </p:nvSpPr>
        <p:spPr>
          <a:xfrm>
            <a:off x="5941293" y="3047326"/>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F1</a:t>
            </a:r>
            <a:endParaRPr lang="zh-TW" altLang="en-US" dirty="0"/>
          </a:p>
        </p:txBody>
      </p:sp>
      <p:cxnSp>
        <p:nvCxnSpPr>
          <p:cNvPr id="106" name="直線單箭頭接點 105"/>
          <p:cNvCxnSpPr>
            <a:stCxn id="104" idx="3"/>
            <a:endCxn id="105" idx="1"/>
          </p:cNvCxnSpPr>
          <p:nvPr/>
        </p:nvCxnSpPr>
        <p:spPr>
          <a:xfrm>
            <a:off x="5437148" y="3282082"/>
            <a:ext cx="504145" cy="813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肘形接點 106"/>
          <p:cNvCxnSpPr>
            <a:stCxn id="105" idx="3"/>
            <a:endCxn id="111" idx="1"/>
          </p:cNvCxnSpPr>
          <p:nvPr/>
        </p:nvCxnSpPr>
        <p:spPr>
          <a:xfrm>
            <a:off x="6558513" y="3290214"/>
            <a:ext cx="572063" cy="179"/>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流程圖: 程序 107"/>
          <p:cNvSpPr/>
          <p:nvPr/>
        </p:nvSpPr>
        <p:spPr>
          <a:xfrm>
            <a:off x="8375259" y="3047505"/>
            <a:ext cx="617220"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P2</a:t>
            </a:r>
            <a:endParaRPr lang="zh-TW" altLang="en-US" dirty="0">
              <a:solidFill>
                <a:schemeClr val="tx1"/>
              </a:solidFill>
            </a:endParaRPr>
          </a:p>
        </p:txBody>
      </p:sp>
      <p:sp>
        <p:nvSpPr>
          <p:cNvPr id="109" name="流程圖: 程序 108"/>
          <p:cNvSpPr/>
          <p:nvPr/>
        </p:nvSpPr>
        <p:spPr>
          <a:xfrm>
            <a:off x="8375259" y="3775989"/>
            <a:ext cx="617220"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P3</a:t>
            </a:r>
            <a:endParaRPr lang="zh-TW" altLang="en-US" dirty="0">
              <a:solidFill>
                <a:schemeClr val="tx1"/>
              </a:solidFill>
            </a:endParaRPr>
          </a:p>
        </p:txBody>
      </p:sp>
      <p:cxnSp>
        <p:nvCxnSpPr>
          <p:cNvPr id="110" name="肘形接點 109"/>
          <p:cNvCxnSpPr>
            <a:stCxn id="105" idx="2"/>
            <a:endCxn id="112" idx="1"/>
          </p:cNvCxnSpPr>
          <p:nvPr/>
        </p:nvCxnSpPr>
        <p:spPr>
          <a:xfrm rot="16200000" flipH="1">
            <a:off x="6447351" y="3335652"/>
            <a:ext cx="485776" cy="880673"/>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圓角矩形 110"/>
          <p:cNvSpPr/>
          <p:nvPr/>
        </p:nvSpPr>
        <p:spPr>
          <a:xfrm>
            <a:off x="7130576" y="3047505"/>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F2</a:t>
            </a:r>
            <a:endParaRPr lang="zh-TW" altLang="en-US" dirty="0"/>
          </a:p>
        </p:txBody>
      </p:sp>
      <p:sp>
        <p:nvSpPr>
          <p:cNvPr id="112" name="圓角矩形 111"/>
          <p:cNvSpPr/>
          <p:nvPr/>
        </p:nvSpPr>
        <p:spPr>
          <a:xfrm>
            <a:off x="7130576" y="3775989"/>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F3</a:t>
            </a:r>
            <a:endParaRPr lang="zh-TW" altLang="en-US" dirty="0"/>
          </a:p>
        </p:txBody>
      </p:sp>
      <p:cxnSp>
        <p:nvCxnSpPr>
          <p:cNvPr id="113" name="直線單箭頭接點 112"/>
          <p:cNvCxnSpPr>
            <a:stCxn id="111" idx="3"/>
            <a:endCxn id="108" idx="1"/>
          </p:cNvCxnSpPr>
          <p:nvPr/>
        </p:nvCxnSpPr>
        <p:spPr>
          <a:xfrm flipV="1">
            <a:off x="7747796" y="3290392"/>
            <a:ext cx="627463"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13"/>
          <p:cNvCxnSpPr>
            <a:stCxn id="112" idx="3"/>
            <a:endCxn id="109" idx="1"/>
          </p:cNvCxnSpPr>
          <p:nvPr/>
        </p:nvCxnSpPr>
        <p:spPr>
          <a:xfrm flipV="1">
            <a:off x="7747796" y="4018876"/>
            <a:ext cx="627463"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文字方塊 114"/>
          <p:cNvSpPr txBox="1"/>
          <p:nvPr/>
        </p:nvSpPr>
        <p:spPr>
          <a:xfrm>
            <a:off x="6486635" y="2928708"/>
            <a:ext cx="491225" cy="369332"/>
          </a:xfrm>
          <a:prstGeom prst="rect">
            <a:avLst/>
          </a:prstGeom>
          <a:noFill/>
        </p:spPr>
        <p:txBody>
          <a:bodyPr wrap="none" rtlCol="0">
            <a:spAutoFit/>
          </a:bodyPr>
          <a:lstStyle/>
          <a:p>
            <a:r>
              <a:rPr lang="en-US" altLang="zh-TW" dirty="0"/>
              <a:t>yes</a:t>
            </a:r>
            <a:endParaRPr lang="zh-TW" altLang="en-US" dirty="0"/>
          </a:p>
        </p:txBody>
      </p:sp>
      <p:sp>
        <p:nvSpPr>
          <p:cNvPr id="116" name="文字方塊 115"/>
          <p:cNvSpPr txBox="1"/>
          <p:nvPr/>
        </p:nvSpPr>
        <p:spPr>
          <a:xfrm>
            <a:off x="5884987" y="3431105"/>
            <a:ext cx="428322" cy="369332"/>
          </a:xfrm>
          <a:prstGeom prst="rect">
            <a:avLst/>
          </a:prstGeom>
          <a:noFill/>
        </p:spPr>
        <p:txBody>
          <a:bodyPr wrap="none" rtlCol="0">
            <a:spAutoFit/>
          </a:bodyPr>
          <a:lstStyle/>
          <a:p>
            <a:r>
              <a:rPr lang="en-US" altLang="zh-TW" dirty="0"/>
              <a:t>no</a:t>
            </a:r>
            <a:endParaRPr lang="zh-TW" altLang="en-US" dirty="0"/>
          </a:p>
        </p:txBody>
      </p:sp>
      <p:sp>
        <p:nvSpPr>
          <p:cNvPr id="117" name="文字方塊 116"/>
          <p:cNvSpPr txBox="1"/>
          <p:nvPr/>
        </p:nvSpPr>
        <p:spPr>
          <a:xfrm>
            <a:off x="7661610" y="2928708"/>
            <a:ext cx="491225" cy="369332"/>
          </a:xfrm>
          <a:prstGeom prst="rect">
            <a:avLst/>
          </a:prstGeom>
          <a:noFill/>
        </p:spPr>
        <p:txBody>
          <a:bodyPr wrap="none" rtlCol="0">
            <a:spAutoFit/>
          </a:bodyPr>
          <a:lstStyle/>
          <a:p>
            <a:r>
              <a:rPr lang="en-US" altLang="zh-TW" dirty="0"/>
              <a:t>yes</a:t>
            </a:r>
            <a:endParaRPr lang="zh-TW" altLang="en-US" dirty="0"/>
          </a:p>
        </p:txBody>
      </p:sp>
      <p:sp>
        <p:nvSpPr>
          <p:cNvPr id="118" name="文字方塊 117"/>
          <p:cNvSpPr txBox="1"/>
          <p:nvPr/>
        </p:nvSpPr>
        <p:spPr>
          <a:xfrm>
            <a:off x="7687461" y="3662281"/>
            <a:ext cx="491225" cy="369332"/>
          </a:xfrm>
          <a:prstGeom prst="rect">
            <a:avLst/>
          </a:prstGeom>
          <a:noFill/>
        </p:spPr>
        <p:txBody>
          <a:bodyPr wrap="none" rtlCol="0">
            <a:spAutoFit/>
          </a:bodyPr>
          <a:lstStyle/>
          <a:p>
            <a:r>
              <a:rPr lang="en-US" altLang="zh-TW" dirty="0"/>
              <a:t>yes</a:t>
            </a:r>
            <a:endParaRPr lang="zh-TW" altLang="en-US" dirty="0"/>
          </a:p>
        </p:txBody>
      </p:sp>
    </p:spTree>
    <p:extLst>
      <p:ext uri="{BB962C8B-B14F-4D97-AF65-F5344CB8AC3E}">
        <p14:creationId xmlns:p14="http://schemas.microsoft.com/office/powerpoint/2010/main" val="2459228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Trunk, Load balance and Duplation</a:t>
            </a:r>
            <a:endParaRPr lang="zh-TW" altLang="en-US" dirty="0"/>
          </a:p>
        </p:txBody>
      </p:sp>
      <p:sp>
        <p:nvSpPr>
          <p:cNvPr id="4" name="流程圖: 程序 3"/>
          <p:cNvSpPr/>
          <p:nvPr/>
        </p:nvSpPr>
        <p:spPr>
          <a:xfrm>
            <a:off x="3315694" y="3137372"/>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P0</a:t>
            </a:r>
            <a:endParaRPr lang="zh-TW" altLang="en-US" dirty="0">
              <a:solidFill>
                <a:schemeClr val="tx1"/>
              </a:solidFill>
              <a:latin typeface="微軟正黑體" panose="020B0604030504040204" pitchFamily="34" charset="-120"/>
              <a:ea typeface="微軟正黑體" panose="020B0604030504040204" pitchFamily="34" charset="-120"/>
            </a:endParaRPr>
          </a:p>
        </p:txBody>
      </p:sp>
      <p:cxnSp>
        <p:nvCxnSpPr>
          <p:cNvPr id="7" name="直線單箭頭接點 6"/>
          <p:cNvCxnSpPr>
            <a:cxnSpLocks/>
            <a:stCxn id="4" idx="3"/>
          </p:cNvCxnSpPr>
          <p:nvPr/>
        </p:nvCxnSpPr>
        <p:spPr>
          <a:xfrm>
            <a:off x="3938591" y="3380259"/>
            <a:ext cx="503091" cy="3375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cxnSpLocks/>
            <a:stCxn id="34" idx="3"/>
          </p:cNvCxnSpPr>
          <p:nvPr/>
        </p:nvCxnSpPr>
        <p:spPr>
          <a:xfrm flipV="1">
            <a:off x="3938591" y="3717787"/>
            <a:ext cx="503091" cy="3911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肘形接點 40"/>
          <p:cNvCxnSpPr>
            <a:cxnSpLocks/>
            <a:endCxn id="33" idx="1"/>
          </p:cNvCxnSpPr>
          <p:nvPr/>
        </p:nvCxnSpPr>
        <p:spPr>
          <a:xfrm>
            <a:off x="4505746" y="3717787"/>
            <a:ext cx="1850171" cy="477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流程圖: 程序 73"/>
          <p:cNvSpPr/>
          <p:nvPr/>
        </p:nvSpPr>
        <p:spPr>
          <a:xfrm>
            <a:off x="6360841" y="2698779"/>
            <a:ext cx="617220"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P4</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81" name="流程圖: 程序 80"/>
          <p:cNvSpPr/>
          <p:nvPr/>
        </p:nvSpPr>
        <p:spPr>
          <a:xfrm>
            <a:off x="6360841" y="4300107"/>
            <a:ext cx="617220"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P6</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82" name="流程圖: 程序 81"/>
          <p:cNvSpPr/>
          <p:nvPr/>
        </p:nvSpPr>
        <p:spPr>
          <a:xfrm>
            <a:off x="6360841" y="5032121"/>
            <a:ext cx="62040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P7</a:t>
            </a:r>
            <a:endParaRPr lang="zh-TW" altLang="en-US" dirty="0">
              <a:solidFill>
                <a:schemeClr val="tx1"/>
              </a:solidFill>
              <a:latin typeface="微軟正黑體" panose="020B0604030504040204" pitchFamily="34" charset="-120"/>
              <a:ea typeface="微軟正黑體" panose="020B0604030504040204" pitchFamily="34" charset="-120"/>
            </a:endParaRPr>
          </a:p>
        </p:txBody>
      </p:sp>
      <p:cxnSp>
        <p:nvCxnSpPr>
          <p:cNvPr id="135" name="肘形接點 134"/>
          <p:cNvCxnSpPr>
            <a:cxnSpLocks/>
            <a:endCxn id="81" idx="1"/>
          </p:cNvCxnSpPr>
          <p:nvPr/>
        </p:nvCxnSpPr>
        <p:spPr>
          <a:xfrm>
            <a:off x="5058902" y="3717787"/>
            <a:ext cx="1301939" cy="825207"/>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流程圖: 程序 32"/>
          <p:cNvSpPr/>
          <p:nvPr/>
        </p:nvSpPr>
        <p:spPr>
          <a:xfrm>
            <a:off x="6355917" y="3479678"/>
            <a:ext cx="62214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P5</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34" name="流程圖: 程序 33"/>
          <p:cNvSpPr/>
          <p:nvPr/>
        </p:nvSpPr>
        <p:spPr>
          <a:xfrm>
            <a:off x="3315694" y="3866033"/>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latin typeface="微軟正黑體" panose="020B0604030504040204" pitchFamily="34" charset="-120"/>
                <a:ea typeface="微軟正黑體" panose="020B0604030504040204" pitchFamily="34" charset="-120"/>
              </a:rPr>
              <a:t>P1</a:t>
            </a:r>
            <a:endParaRPr lang="zh-TW" altLang="en-US" dirty="0">
              <a:solidFill>
                <a:schemeClr val="tx1"/>
              </a:solidFill>
              <a:latin typeface="微軟正黑體" panose="020B0604030504040204" pitchFamily="34" charset="-120"/>
              <a:ea typeface="微軟正黑體" panose="020B0604030504040204" pitchFamily="34" charset="-120"/>
            </a:endParaRPr>
          </a:p>
        </p:txBody>
      </p:sp>
      <p:cxnSp>
        <p:nvCxnSpPr>
          <p:cNvPr id="52" name="肘形接點 51"/>
          <p:cNvCxnSpPr>
            <a:cxnSpLocks/>
            <a:endCxn id="74" idx="1"/>
          </p:cNvCxnSpPr>
          <p:nvPr/>
        </p:nvCxnSpPr>
        <p:spPr>
          <a:xfrm flipV="1">
            <a:off x="5058902" y="2941666"/>
            <a:ext cx="1301939" cy="776121"/>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雲朵形圖說文字 83"/>
          <p:cNvSpPr/>
          <p:nvPr/>
        </p:nvSpPr>
        <p:spPr>
          <a:xfrm>
            <a:off x="5503997" y="2304086"/>
            <a:ext cx="2748181" cy="2664597"/>
          </a:xfrm>
          <a:prstGeom prst="cloudCallout">
            <a:avLst>
              <a:gd name="adj1" fmla="val -60676"/>
              <a:gd name="adj2" fmla="val 1827"/>
            </a:avLst>
          </a:prstGeom>
          <a:noFill/>
          <a:ln w="25400"/>
        </p:spPr>
        <p:style>
          <a:lnRef idx="2">
            <a:schemeClr val="accent6"/>
          </a:lnRef>
          <a:fillRef idx="1">
            <a:schemeClr val="lt1"/>
          </a:fillRef>
          <a:effectRef idx="0">
            <a:schemeClr val="accent6"/>
          </a:effectRef>
          <a:fontRef idx="minor">
            <a:schemeClr val="dk1"/>
          </a:fontRef>
        </p:style>
        <p:txBody>
          <a:bodyPr rtlCol="0" anchor="ctr"/>
          <a:lstStyle/>
          <a:p>
            <a:pPr algn="r"/>
            <a:r>
              <a:rPr lang="en-US" altLang="zh-TW" dirty="0"/>
              <a:t>  </a:t>
            </a:r>
            <a:r>
              <a:rPr lang="zh-TW" altLang="en-US" dirty="0"/>
              <a:t>            </a:t>
            </a:r>
            <a:endParaRPr lang="en-US" altLang="zh-TW" dirty="0"/>
          </a:p>
          <a:p>
            <a:pPr algn="r"/>
            <a:endParaRPr lang="en-US" altLang="zh-TW" dirty="0">
              <a:latin typeface="微軟正黑體" panose="020B0604030504040204" pitchFamily="34" charset="-120"/>
              <a:ea typeface="微軟正黑體" panose="020B0604030504040204" pitchFamily="34" charset="-120"/>
            </a:endParaRPr>
          </a:p>
        </p:txBody>
      </p:sp>
      <p:sp>
        <p:nvSpPr>
          <p:cNvPr id="98" name="雲朵形圖說文字 97"/>
          <p:cNvSpPr/>
          <p:nvPr/>
        </p:nvSpPr>
        <p:spPr>
          <a:xfrm>
            <a:off x="2088776" y="2829844"/>
            <a:ext cx="2070096" cy="1933459"/>
          </a:xfrm>
          <a:prstGeom prst="cloudCallout">
            <a:avLst>
              <a:gd name="adj1" fmla="val 51562"/>
              <a:gd name="adj2" fmla="val -4825"/>
            </a:avLst>
          </a:prstGeom>
          <a:noFill/>
          <a:ln w="25400"/>
        </p:spPr>
        <p:style>
          <a:lnRef idx="2">
            <a:schemeClr val="accent6"/>
          </a:lnRef>
          <a:fillRef idx="1">
            <a:schemeClr val="lt1"/>
          </a:fillRef>
          <a:effectRef idx="0">
            <a:schemeClr val="accent6"/>
          </a:effectRef>
          <a:fontRef idx="minor">
            <a:schemeClr val="dk1"/>
          </a:fontRef>
        </p:style>
        <p:txBody>
          <a:bodyPr rtlCol="0" anchor="ctr"/>
          <a:lstStyle/>
          <a:p>
            <a:r>
              <a:rPr lang="en-US" altLang="zh-TW" dirty="0">
                <a:latin typeface="微軟正黑體" panose="020B0604030504040204" pitchFamily="34" charset="-120"/>
                <a:ea typeface="微軟正黑體" panose="020B0604030504040204" pitchFamily="34" charset="-120"/>
              </a:rPr>
              <a:t>Trunk</a:t>
            </a:r>
            <a:endParaRPr lang="zh-TW" altLang="en-US" dirty="0">
              <a:latin typeface="微軟正黑體" panose="020B0604030504040204" pitchFamily="34" charset="-120"/>
              <a:ea typeface="微軟正黑體" panose="020B0604030504040204" pitchFamily="34" charset="-120"/>
            </a:endParaRPr>
          </a:p>
        </p:txBody>
      </p:sp>
      <p:sp>
        <p:nvSpPr>
          <p:cNvPr id="86" name="圓角矩形圖說文字 85"/>
          <p:cNvSpPr/>
          <p:nvPr/>
        </p:nvSpPr>
        <p:spPr>
          <a:xfrm>
            <a:off x="7276469" y="4968684"/>
            <a:ext cx="1484354" cy="612648"/>
          </a:xfrm>
          <a:prstGeom prst="wedgeRoundRectCallout">
            <a:avLst>
              <a:gd name="adj1" fmla="val -70939"/>
              <a:gd name="adj2" fmla="val -109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Duplation</a:t>
            </a:r>
            <a:endParaRPr lang="zh-TW" altLang="en-US" dirty="0">
              <a:latin typeface="微軟正黑體" panose="020B0604030504040204" pitchFamily="34" charset="-120"/>
              <a:ea typeface="微軟正黑體" panose="020B0604030504040204" pitchFamily="34" charset="-120"/>
            </a:endParaRPr>
          </a:p>
        </p:txBody>
      </p:sp>
      <p:cxnSp>
        <p:nvCxnSpPr>
          <p:cNvPr id="141" name="肘形接點 140"/>
          <p:cNvCxnSpPr>
            <a:cxnSpLocks/>
            <a:endCxn id="82" idx="1"/>
          </p:cNvCxnSpPr>
          <p:nvPr/>
        </p:nvCxnSpPr>
        <p:spPr>
          <a:xfrm>
            <a:off x="4505746" y="3717787"/>
            <a:ext cx="1855095" cy="1557221"/>
          </a:xfrm>
          <a:prstGeom prst="bentConnector3">
            <a:avLst>
              <a:gd name="adj1" fmla="val 1653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圓角矩形圖說文字 85">
            <a:extLst>
              <a:ext uri="{FF2B5EF4-FFF2-40B4-BE49-F238E27FC236}">
                <a16:creationId xmlns:a16="http://schemas.microsoft.com/office/drawing/2014/main" id="{37E84C73-FD07-C7D2-2AC1-C0983084E543}"/>
              </a:ext>
            </a:extLst>
          </p:cNvPr>
          <p:cNvSpPr/>
          <p:nvPr/>
        </p:nvSpPr>
        <p:spPr>
          <a:xfrm>
            <a:off x="8252178" y="2767611"/>
            <a:ext cx="1484354" cy="612648"/>
          </a:xfrm>
          <a:prstGeom prst="wedgeRoundRectCallout">
            <a:avLst>
              <a:gd name="adj1" fmla="val -70939"/>
              <a:gd name="adj2" fmla="val -109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dirty="0">
                <a:latin typeface="微軟正黑體" panose="020B0604030504040204" pitchFamily="34" charset="-120"/>
                <a:ea typeface="微軟正黑體" panose="020B0604030504040204" pitchFamily="34" charset="-120"/>
              </a:rPr>
              <a:t>Load Balance</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266339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txBox="1">
            <a:spLocks/>
          </p:cNvSpPr>
          <p:nvPr/>
        </p:nvSpPr>
        <p:spPr>
          <a:xfrm>
            <a:off x="1097853" y="1752448"/>
            <a:ext cx="8997567" cy="4763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&lt;chain&gt;</a:t>
            </a:r>
          </a:p>
          <a:p>
            <a:pPr marL="0" indent="0">
              <a:buNone/>
            </a:pPr>
            <a:r>
              <a:rPr lang="en-US" altLang="zh-TW" sz="2000" dirty="0"/>
              <a:t>    &lt;in&gt;P0,P1&lt;/in&gt;</a:t>
            </a:r>
          </a:p>
          <a:p>
            <a:pPr marL="0" indent="0">
              <a:buNone/>
            </a:pPr>
            <a:r>
              <a:rPr lang="en-US" altLang="zh-TW" sz="2000" dirty="0"/>
              <a:t>    &lt;next&gt;</a:t>
            </a:r>
          </a:p>
          <a:p>
            <a:pPr marL="0" indent="0">
              <a:buNone/>
            </a:pPr>
            <a:r>
              <a:rPr lang="en-US" altLang="zh-TW" sz="2000" dirty="0"/>
              <a:t>        &lt;out type="</a:t>
            </a:r>
            <a:r>
              <a:rPr lang="en-US" altLang="zh-TW" sz="2000" dirty="0" err="1"/>
              <a:t>loadBalance</a:t>
            </a:r>
            <a:r>
              <a:rPr lang="en-US" altLang="zh-TW" sz="2000" dirty="0"/>
              <a:t>"&gt;P4,P5,P6&lt;/out&gt;</a:t>
            </a:r>
          </a:p>
          <a:p>
            <a:pPr marL="0" indent="0">
              <a:buNone/>
            </a:pPr>
            <a:r>
              <a:rPr lang="en-US" altLang="zh-TW" sz="2000" dirty="0"/>
              <a:t>    &lt;/next&gt;</a:t>
            </a:r>
          </a:p>
          <a:p>
            <a:pPr marL="0" indent="0">
              <a:buNone/>
            </a:pPr>
            <a:r>
              <a:rPr lang="en-US" altLang="zh-TW" sz="2000" dirty="0"/>
              <a:t>    &lt;next&gt;</a:t>
            </a:r>
          </a:p>
          <a:p>
            <a:pPr marL="0" indent="0">
              <a:buNone/>
            </a:pPr>
            <a:r>
              <a:rPr lang="en-US" altLang="zh-TW" sz="2000" dirty="0"/>
              <a:t>        &lt;out&gt;P7&lt;/out&gt;</a:t>
            </a:r>
          </a:p>
          <a:p>
            <a:pPr marL="0" indent="0">
              <a:buNone/>
            </a:pPr>
            <a:r>
              <a:rPr lang="en-US" altLang="zh-TW" sz="2000" dirty="0"/>
              <a:t>    &lt;/next&gt;</a:t>
            </a:r>
          </a:p>
          <a:p>
            <a:pPr marL="0" indent="0">
              <a:buNone/>
            </a:pPr>
            <a:r>
              <a:rPr lang="en-US" altLang="zh-TW" sz="2000" dirty="0"/>
              <a:t>&lt;/chain&gt;</a:t>
            </a:r>
            <a:endParaRPr lang="zh-TW" altLang="en-US" sz="2000" dirty="0"/>
          </a:p>
        </p:txBody>
      </p:sp>
      <p:sp>
        <p:nvSpPr>
          <p:cNvPr id="7" name="標題 1"/>
          <p:cNvSpPr>
            <a:spLocks noGrp="1"/>
          </p:cNvSpPr>
          <p:nvPr>
            <p:ph type="title"/>
          </p:nvPr>
        </p:nvSpPr>
        <p:spPr>
          <a:xfrm>
            <a:off x="838201" y="342485"/>
            <a:ext cx="10515600" cy="1325563"/>
          </a:xfrm>
        </p:spPr>
        <p:txBody>
          <a:bodyPr/>
          <a:lstStyle/>
          <a:p>
            <a:r>
              <a:rPr lang="en-US" altLang="zh-TW" dirty="0"/>
              <a:t>&lt;chain&gt;</a:t>
            </a:r>
            <a:endParaRPr lang="zh-TW" altLang="en-US" dirty="0"/>
          </a:p>
        </p:txBody>
      </p:sp>
    </p:spTree>
    <p:extLst>
      <p:ext uri="{BB962C8B-B14F-4D97-AF65-F5344CB8AC3E}">
        <p14:creationId xmlns:p14="http://schemas.microsoft.com/office/powerpoint/2010/main" val="1582993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9249FAE1-98C4-03F9-80FE-5AB5E07EEBAC}"/>
              </a:ext>
            </a:extLst>
          </p:cNvPr>
          <p:cNvPicPr>
            <a:picLocks noChangeAspect="1"/>
          </p:cNvPicPr>
          <p:nvPr/>
        </p:nvPicPr>
        <p:blipFill>
          <a:blip r:embed="rId2"/>
          <a:stretch>
            <a:fillRect/>
          </a:stretch>
        </p:blipFill>
        <p:spPr>
          <a:xfrm>
            <a:off x="0" y="197950"/>
            <a:ext cx="12192000" cy="6462100"/>
          </a:xfrm>
          <a:prstGeom prst="rect">
            <a:avLst/>
          </a:prstGeom>
        </p:spPr>
      </p:pic>
      <p:sp>
        <p:nvSpPr>
          <p:cNvPr id="8" name="標題 1"/>
          <p:cNvSpPr txBox="1">
            <a:spLocks/>
          </p:cNvSpPr>
          <p:nvPr/>
        </p:nvSpPr>
        <p:spPr>
          <a:xfrm>
            <a:off x="6700709" y="4065968"/>
            <a:ext cx="463588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Tunnel Port/IP Setup</a:t>
            </a:r>
            <a:endParaRPr lang="zh-TW" altLang="en-US" dirty="0"/>
          </a:p>
        </p:txBody>
      </p:sp>
    </p:spTree>
    <p:extLst>
      <p:ext uri="{BB962C8B-B14F-4D97-AF65-F5344CB8AC3E}">
        <p14:creationId xmlns:p14="http://schemas.microsoft.com/office/powerpoint/2010/main" val="3098718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7D64970F-3F09-ED11-CDBA-618610D69FE3}"/>
              </a:ext>
            </a:extLst>
          </p:cNvPr>
          <p:cNvPicPr>
            <a:picLocks noChangeAspect="1"/>
          </p:cNvPicPr>
          <p:nvPr/>
        </p:nvPicPr>
        <p:blipFill>
          <a:blip r:embed="rId2"/>
          <a:stretch>
            <a:fillRect/>
          </a:stretch>
        </p:blipFill>
        <p:spPr>
          <a:xfrm>
            <a:off x="0" y="185452"/>
            <a:ext cx="12192000" cy="6487096"/>
          </a:xfrm>
          <a:prstGeom prst="rect">
            <a:avLst/>
          </a:prstGeom>
        </p:spPr>
      </p:pic>
      <p:sp>
        <p:nvSpPr>
          <p:cNvPr id="7" name="標題 1"/>
          <p:cNvSpPr txBox="1">
            <a:spLocks/>
          </p:cNvSpPr>
          <p:nvPr/>
        </p:nvSpPr>
        <p:spPr>
          <a:xfrm>
            <a:off x="5615866" y="4217110"/>
            <a:ext cx="559183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dirty="0"/>
              <a:t>Tunnel Sender Setup</a:t>
            </a:r>
            <a:endParaRPr lang="zh-TW" altLang="en-US" dirty="0"/>
          </a:p>
        </p:txBody>
      </p:sp>
      <p:sp>
        <p:nvSpPr>
          <p:cNvPr id="8" name="直線圖說文字 2 7"/>
          <p:cNvSpPr/>
          <p:nvPr/>
        </p:nvSpPr>
        <p:spPr>
          <a:xfrm>
            <a:off x="8411784" y="2180101"/>
            <a:ext cx="2795919" cy="705142"/>
          </a:xfrm>
          <a:prstGeom prst="borderCallout2">
            <a:avLst>
              <a:gd name="adj1" fmla="val 36360"/>
              <a:gd name="adj2" fmla="val -3353"/>
              <a:gd name="adj3" fmla="val 666"/>
              <a:gd name="adj4" fmla="val -32441"/>
              <a:gd name="adj5" fmla="val 26314"/>
              <a:gd name="adj6" fmla="val -15950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a:t>Refer to Tunnel Setup Port</a:t>
            </a:r>
            <a:endParaRPr lang="zh-TW" altLang="en-US" dirty="0"/>
          </a:p>
        </p:txBody>
      </p:sp>
      <p:sp>
        <p:nvSpPr>
          <p:cNvPr id="9" name="直線圖說文字 2 8"/>
          <p:cNvSpPr/>
          <p:nvPr/>
        </p:nvSpPr>
        <p:spPr>
          <a:xfrm>
            <a:off x="8585955" y="2983534"/>
            <a:ext cx="2552308" cy="705141"/>
          </a:xfrm>
          <a:prstGeom prst="borderCallout2">
            <a:avLst>
              <a:gd name="adj1" fmla="val 36360"/>
              <a:gd name="adj2" fmla="val -3353"/>
              <a:gd name="adj3" fmla="val 39022"/>
              <a:gd name="adj4" fmla="val -46723"/>
              <a:gd name="adj5" fmla="val -49557"/>
              <a:gd name="adj6" fmla="val -189076"/>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a:t>Tunnel</a:t>
            </a:r>
            <a:r>
              <a:rPr lang="zh-TW" altLang="en-US" dirty="0"/>
              <a:t> </a:t>
            </a:r>
            <a:r>
              <a:rPr lang="en-US" altLang="zh-TW" dirty="0" err="1"/>
              <a:t>Destionation</a:t>
            </a:r>
            <a:r>
              <a:rPr lang="en-US" altLang="zh-TW" dirty="0"/>
              <a:t> IP</a:t>
            </a:r>
            <a:endParaRPr lang="zh-TW" altLang="en-US" dirty="0"/>
          </a:p>
        </p:txBody>
      </p:sp>
      <p:sp>
        <p:nvSpPr>
          <p:cNvPr id="10" name="直線圖說文字 2 9"/>
          <p:cNvSpPr/>
          <p:nvPr/>
        </p:nvSpPr>
        <p:spPr>
          <a:xfrm>
            <a:off x="5109132" y="3336105"/>
            <a:ext cx="2946297" cy="530502"/>
          </a:xfrm>
          <a:prstGeom prst="borderCallout2">
            <a:avLst>
              <a:gd name="adj1" fmla="val 36360"/>
              <a:gd name="adj2" fmla="val -3353"/>
              <a:gd name="adj3" fmla="val 37484"/>
              <a:gd name="adj4" fmla="val -31496"/>
              <a:gd name="adj5" fmla="val -57470"/>
              <a:gd name="adj6" fmla="val -57298"/>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a:t>All Packet from P0 will send to O1 as output id=1 defined</a:t>
            </a:r>
            <a:endParaRPr lang="zh-TW" altLang="en-US" dirty="0"/>
          </a:p>
        </p:txBody>
      </p:sp>
    </p:spTree>
    <p:extLst>
      <p:ext uri="{BB962C8B-B14F-4D97-AF65-F5344CB8AC3E}">
        <p14:creationId xmlns:p14="http://schemas.microsoft.com/office/powerpoint/2010/main" val="1386971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HeartBeat</a:t>
            </a:r>
            <a:r>
              <a:rPr lang="zh-TW" altLang="en-US" dirty="0"/>
              <a:t> </a:t>
            </a:r>
            <a:r>
              <a:rPr lang="en-US" altLang="zh-TW" dirty="0"/>
              <a:t>Example</a:t>
            </a:r>
            <a:endParaRPr lang="zh-TW" altLang="en-US" dirty="0"/>
          </a:p>
        </p:txBody>
      </p:sp>
      <p:sp>
        <p:nvSpPr>
          <p:cNvPr id="4" name="矩形 3"/>
          <p:cNvSpPr/>
          <p:nvPr/>
        </p:nvSpPr>
        <p:spPr>
          <a:xfrm>
            <a:off x="5382704" y="2200511"/>
            <a:ext cx="1300899" cy="3373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IPS</a:t>
            </a:r>
          </a:p>
        </p:txBody>
      </p:sp>
      <p:sp>
        <p:nvSpPr>
          <p:cNvPr id="6" name="雲朵形 5"/>
          <p:cNvSpPr/>
          <p:nvPr/>
        </p:nvSpPr>
        <p:spPr>
          <a:xfrm>
            <a:off x="7428560" y="2637833"/>
            <a:ext cx="1606859" cy="781235"/>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WAN</a:t>
            </a:r>
          </a:p>
        </p:txBody>
      </p:sp>
      <p:sp>
        <p:nvSpPr>
          <p:cNvPr id="7" name="流程圖: 磁碟 6"/>
          <p:cNvSpPr/>
          <p:nvPr/>
        </p:nvSpPr>
        <p:spPr>
          <a:xfrm>
            <a:off x="3229438" y="2786884"/>
            <a:ext cx="1260629" cy="488272"/>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SW</a:t>
            </a:r>
          </a:p>
        </p:txBody>
      </p:sp>
      <p:sp>
        <p:nvSpPr>
          <p:cNvPr id="8" name="矩形 7"/>
          <p:cNvSpPr/>
          <p:nvPr/>
        </p:nvSpPr>
        <p:spPr>
          <a:xfrm>
            <a:off x="5039204" y="2780445"/>
            <a:ext cx="1987897" cy="50114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err="1"/>
              <a:t>Grism</a:t>
            </a:r>
            <a:endParaRPr lang="zh-TW" altLang="en-US" dirty="0"/>
          </a:p>
        </p:txBody>
      </p:sp>
      <p:sp>
        <p:nvSpPr>
          <p:cNvPr id="10" name="矩形 9"/>
          <p:cNvSpPr/>
          <p:nvPr/>
        </p:nvSpPr>
        <p:spPr>
          <a:xfrm>
            <a:off x="4883082" y="2917776"/>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P6</a:t>
            </a:r>
          </a:p>
        </p:txBody>
      </p:sp>
      <p:sp>
        <p:nvSpPr>
          <p:cNvPr id="11" name="矩形 10"/>
          <p:cNvSpPr/>
          <p:nvPr/>
        </p:nvSpPr>
        <p:spPr>
          <a:xfrm>
            <a:off x="5495241" y="2676209"/>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P4</a:t>
            </a:r>
          </a:p>
        </p:txBody>
      </p:sp>
      <p:sp>
        <p:nvSpPr>
          <p:cNvPr id="13" name="矩形 12"/>
          <p:cNvSpPr/>
          <p:nvPr/>
        </p:nvSpPr>
        <p:spPr>
          <a:xfrm>
            <a:off x="6163382" y="2672800"/>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P5</a:t>
            </a:r>
          </a:p>
        </p:txBody>
      </p:sp>
      <p:sp>
        <p:nvSpPr>
          <p:cNvPr id="14" name="矩形 13"/>
          <p:cNvSpPr/>
          <p:nvPr/>
        </p:nvSpPr>
        <p:spPr>
          <a:xfrm>
            <a:off x="6683603" y="2920604"/>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P7</a:t>
            </a:r>
          </a:p>
        </p:txBody>
      </p:sp>
      <p:cxnSp>
        <p:nvCxnSpPr>
          <p:cNvPr id="16" name="直線接點 15"/>
          <p:cNvCxnSpPr>
            <a:stCxn id="7" idx="4"/>
            <a:endCxn id="10" idx="1"/>
          </p:cNvCxnSpPr>
          <p:nvPr/>
        </p:nvCxnSpPr>
        <p:spPr>
          <a:xfrm flipV="1">
            <a:off x="4490067" y="3028451"/>
            <a:ext cx="393015" cy="2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線接點 19"/>
          <p:cNvCxnSpPr>
            <a:stCxn id="11" idx="0"/>
          </p:cNvCxnSpPr>
          <p:nvPr/>
        </p:nvCxnSpPr>
        <p:spPr>
          <a:xfrm flipH="1" flipV="1">
            <a:off x="5707345" y="2537863"/>
            <a:ext cx="1" cy="1383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13" idx="0"/>
          </p:cNvCxnSpPr>
          <p:nvPr/>
        </p:nvCxnSpPr>
        <p:spPr>
          <a:xfrm flipH="1" flipV="1">
            <a:off x="6375486" y="2537863"/>
            <a:ext cx="1" cy="134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p:cNvCxnSpPr>
            <a:stCxn id="14" idx="3"/>
            <a:endCxn id="6" idx="2"/>
          </p:cNvCxnSpPr>
          <p:nvPr/>
        </p:nvCxnSpPr>
        <p:spPr>
          <a:xfrm flipV="1">
            <a:off x="7107812" y="3028451"/>
            <a:ext cx="325732" cy="2828"/>
          </a:xfrm>
          <a:prstGeom prst="line">
            <a:avLst/>
          </a:prstGeom>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5413657" y="3660635"/>
            <a:ext cx="1300899" cy="3373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IPS</a:t>
            </a:r>
          </a:p>
        </p:txBody>
      </p:sp>
      <p:sp>
        <p:nvSpPr>
          <p:cNvPr id="34" name="雲朵形 33"/>
          <p:cNvSpPr/>
          <p:nvPr/>
        </p:nvSpPr>
        <p:spPr>
          <a:xfrm>
            <a:off x="7459513" y="4097957"/>
            <a:ext cx="1606859" cy="781235"/>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WAN</a:t>
            </a:r>
          </a:p>
        </p:txBody>
      </p:sp>
      <p:sp>
        <p:nvSpPr>
          <p:cNvPr id="35" name="流程圖: 磁碟 34"/>
          <p:cNvSpPr/>
          <p:nvPr/>
        </p:nvSpPr>
        <p:spPr>
          <a:xfrm>
            <a:off x="3260391" y="4247008"/>
            <a:ext cx="1260629" cy="488272"/>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SW</a:t>
            </a:r>
          </a:p>
        </p:txBody>
      </p:sp>
      <p:sp>
        <p:nvSpPr>
          <p:cNvPr id="36" name="矩形 35"/>
          <p:cNvSpPr/>
          <p:nvPr/>
        </p:nvSpPr>
        <p:spPr>
          <a:xfrm>
            <a:off x="5070157" y="4240569"/>
            <a:ext cx="1987897" cy="50114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err="1"/>
              <a:t>Grism</a:t>
            </a:r>
            <a:endParaRPr lang="zh-TW" altLang="en-US" dirty="0"/>
          </a:p>
        </p:txBody>
      </p:sp>
      <p:sp>
        <p:nvSpPr>
          <p:cNvPr id="37" name="矩形 36"/>
          <p:cNvSpPr/>
          <p:nvPr/>
        </p:nvSpPr>
        <p:spPr>
          <a:xfrm>
            <a:off x="4914035" y="4377900"/>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P6</a:t>
            </a:r>
          </a:p>
        </p:txBody>
      </p:sp>
      <p:sp>
        <p:nvSpPr>
          <p:cNvPr id="38" name="矩形 37"/>
          <p:cNvSpPr/>
          <p:nvPr/>
        </p:nvSpPr>
        <p:spPr>
          <a:xfrm>
            <a:off x="5526194" y="4136333"/>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P4</a:t>
            </a:r>
          </a:p>
        </p:txBody>
      </p:sp>
      <p:sp>
        <p:nvSpPr>
          <p:cNvPr id="39" name="矩形 38"/>
          <p:cNvSpPr/>
          <p:nvPr/>
        </p:nvSpPr>
        <p:spPr>
          <a:xfrm>
            <a:off x="6194335" y="4132924"/>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P5</a:t>
            </a:r>
          </a:p>
        </p:txBody>
      </p:sp>
      <p:sp>
        <p:nvSpPr>
          <p:cNvPr id="40" name="矩形 39"/>
          <p:cNvSpPr/>
          <p:nvPr/>
        </p:nvSpPr>
        <p:spPr>
          <a:xfrm>
            <a:off x="6714556" y="4380728"/>
            <a:ext cx="424209" cy="221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P7</a:t>
            </a:r>
          </a:p>
        </p:txBody>
      </p:sp>
      <p:cxnSp>
        <p:nvCxnSpPr>
          <p:cNvPr id="41" name="直線接點 40"/>
          <p:cNvCxnSpPr>
            <a:stCxn id="35" idx="4"/>
            <a:endCxn id="37" idx="1"/>
          </p:cNvCxnSpPr>
          <p:nvPr/>
        </p:nvCxnSpPr>
        <p:spPr>
          <a:xfrm flipV="1">
            <a:off x="4521020" y="4488575"/>
            <a:ext cx="393015" cy="2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線接點 41"/>
          <p:cNvCxnSpPr>
            <a:stCxn id="38" idx="0"/>
          </p:cNvCxnSpPr>
          <p:nvPr/>
        </p:nvCxnSpPr>
        <p:spPr>
          <a:xfrm flipH="1" flipV="1">
            <a:off x="5738298" y="3997987"/>
            <a:ext cx="1" cy="1383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線接點 42"/>
          <p:cNvCxnSpPr>
            <a:stCxn id="39" idx="0"/>
          </p:cNvCxnSpPr>
          <p:nvPr/>
        </p:nvCxnSpPr>
        <p:spPr>
          <a:xfrm flipH="1" flipV="1">
            <a:off x="6406439" y="3997987"/>
            <a:ext cx="1" cy="134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線接點 43"/>
          <p:cNvCxnSpPr>
            <a:stCxn id="40" idx="3"/>
            <a:endCxn id="34" idx="2"/>
          </p:cNvCxnSpPr>
          <p:nvPr/>
        </p:nvCxnSpPr>
        <p:spPr>
          <a:xfrm flipV="1">
            <a:off x="7138765" y="4488575"/>
            <a:ext cx="325732" cy="28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線單箭頭接點 46"/>
          <p:cNvCxnSpPr/>
          <p:nvPr/>
        </p:nvCxnSpPr>
        <p:spPr>
          <a:xfrm>
            <a:off x="4242062" y="4495014"/>
            <a:ext cx="3591612" cy="1099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9" name="文字方塊 48"/>
          <p:cNvSpPr txBox="1"/>
          <p:nvPr/>
        </p:nvSpPr>
        <p:spPr>
          <a:xfrm>
            <a:off x="1684496" y="2786884"/>
            <a:ext cx="1470582" cy="369332"/>
          </a:xfrm>
          <a:prstGeom prst="rect">
            <a:avLst/>
          </a:prstGeom>
          <a:noFill/>
        </p:spPr>
        <p:txBody>
          <a:bodyPr wrap="square" rtlCol="0">
            <a:spAutoFit/>
          </a:bodyPr>
          <a:lstStyle/>
          <a:p>
            <a:r>
              <a:rPr lang="en-US" altLang="zh-TW" dirty="0"/>
              <a:t>Normal</a:t>
            </a:r>
            <a:endParaRPr lang="zh-TW" altLang="en-US" dirty="0"/>
          </a:p>
        </p:txBody>
      </p:sp>
      <p:sp>
        <p:nvSpPr>
          <p:cNvPr id="50" name="文字方塊 49"/>
          <p:cNvSpPr txBox="1"/>
          <p:nvPr/>
        </p:nvSpPr>
        <p:spPr>
          <a:xfrm>
            <a:off x="1723643" y="4248206"/>
            <a:ext cx="1470582" cy="369332"/>
          </a:xfrm>
          <a:prstGeom prst="rect">
            <a:avLst/>
          </a:prstGeom>
          <a:noFill/>
        </p:spPr>
        <p:txBody>
          <a:bodyPr wrap="square" rtlCol="0">
            <a:spAutoFit/>
          </a:bodyPr>
          <a:lstStyle/>
          <a:p>
            <a:r>
              <a:rPr lang="en-US" altLang="zh-TW" dirty="0"/>
              <a:t>bypass</a:t>
            </a:r>
            <a:endParaRPr lang="zh-TW" altLang="en-US" dirty="0"/>
          </a:p>
        </p:txBody>
      </p:sp>
      <p:cxnSp>
        <p:nvCxnSpPr>
          <p:cNvPr id="52" name="弧形接點 51"/>
          <p:cNvCxnSpPr/>
          <p:nvPr/>
        </p:nvCxnSpPr>
        <p:spPr>
          <a:xfrm rot="5400000" flipH="1" flipV="1">
            <a:off x="6047334" y="2488288"/>
            <a:ext cx="3409" cy="668141"/>
          </a:xfrm>
          <a:prstGeom prst="curvedConnector3">
            <a:avLst>
              <a:gd name="adj1" fmla="val 17075535"/>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7" name="直線圖說文字 2 56"/>
          <p:cNvSpPr/>
          <p:nvPr/>
        </p:nvSpPr>
        <p:spPr>
          <a:xfrm>
            <a:off x="7351743" y="1945997"/>
            <a:ext cx="2027388" cy="418130"/>
          </a:xfrm>
          <a:prstGeom prst="borderCallout2">
            <a:avLst>
              <a:gd name="adj1" fmla="val 18750"/>
              <a:gd name="adj2" fmla="val -8333"/>
              <a:gd name="adj3" fmla="val 18750"/>
              <a:gd name="adj4" fmla="val -16667"/>
              <a:gd name="adj5" fmla="val 100696"/>
              <a:gd name="adj6" fmla="val -64388"/>
            </a:avLst>
          </a:prstGeom>
          <a:ln w="15875">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err="1"/>
              <a:t>HeartBeat</a:t>
            </a:r>
            <a:r>
              <a:rPr lang="en-US" altLang="zh-TW" dirty="0"/>
              <a:t> Packet</a:t>
            </a:r>
            <a:endParaRPr lang="zh-TW" altLang="en-US" dirty="0"/>
          </a:p>
        </p:txBody>
      </p:sp>
      <p:cxnSp>
        <p:nvCxnSpPr>
          <p:cNvPr id="58" name="弧形接點 57"/>
          <p:cNvCxnSpPr/>
          <p:nvPr/>
        </p:nvCxnSpPr>
        <p:spPr>
          <a:xfrm rot="5400000" flipH="1" flipV="1">
            <a:off x="6070664" y="3922906"/>
            <a:ext cx="3409" cy="668141"/>
          </a:xfrm>
          <a:prstGeom prst="curvedConnector3">
            <a:avLst>
              <a:gd name="adj1" fmla="val 17075535"/>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9" name="乘號 58"/>
          <p:cNvSpPr/>
          <p:nvPr/>
        </p:nvSpPr>
        <p:spPr>
          <a:xfrm>
            <a:off x="6163382" y="3643520"/>
            <a:ext cx="360024" cy="355696"/>
          </a:xfrm>
          <a:prstGeom prst="mathMultiply">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5" name="直線接點 64"/>
          <p:cNvCxnSpPr/>
          <p:nvPr/>
        </p:nvCxnSpPr>
        <p:spPr>
          <a:xfrm>
            <a:off x="4282603" y="3014673"/>
            <a:ext cx="1319207" cy="13777"/>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7" name="直線接點 66"/>
          <p:cNvCxnSpPr/>
          <p:nvPr/>
        </p:nvCxnSpPr>
        <p:spPr>
          <a:xfrm flipV="1">
            <a:off x="5601195" y="2364127"/>
            <a:ext cx="0" cy="671778"/>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9" name="直線接點 68"/>
          <p:cNvCxnSpPr/>
          <p:nvPr/>
        </p:nvCxnSpPr>
        <p:spPr>
          <a:xfrm>
            <a:off x="5601810" y="2369187"/>
            <a:ext cx="773676"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1" name="直線接點 70"/>
          <p:cNvCxnSpPr/>
          <p:nvPr/>
        </p:nvCxnSpPr>
        <p:spPr>
          <a:xfrm>
            <a:off x="6383109" y="2364127"/>
            <a:ext cx="23330" cy="664323"/>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a:off x="6406439" y="3012377"/>
            <a:ext cx="1250510" cy="23528"/>
          </a:xfrm>
          <a:prstGeom prst="straightConnector1">
            <a:avLst/>
          </a:prstGeom>
          <a:ln w="158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24161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AFB7B66-FF60-D2BC-19D6-8A1C2FB19C81}"/>
              </a:ext>
            </a:extLst>
          </p:cNvPr>
          <p:cNvPicPr>
            <a:picLocks noChangeAspect="1"/>
          </p:cNvPicPr>
          <p:nvPr/>
        </p:nvPicPr>
        <p:blipFill>
          <a:blip r:embed="rId2"/>
          <a:stretch>
            <a:fillRect/>
          </a:stretch>
        </p:blipFill>
        <p:spPr>
          <a:xfrm>
            <a:off x="0" y="129435"/>
            <a:ext cx="12192000" cy="5972111"/>
          </a:xfrm>
          <a:prstGeom prst="rect">
            <a:avLst/>
          </a:prstGeom>
        </p:spPr>
      </p:pic>
      <p:sp>
        <p:nvSpPr>
          <p:cNvPr id="10" name="橢圓 9">
            <a:extLst>
              <a:ext uri="{FF2B5EF4-FFF2-40B4-BE49-F238E27FC236}">
                <a16:creationId xmlns:a16="http://schemas.microsoft.com/office/drawing/2014/main" id="{C02B0C1F-AF26-09A2-4A5A-23DCBF2FC501}"/>
              </a:ext>
            </a:extLst>
          </p:cNvPr>
          <p:cNvSpPr/>
          <p:nvPr/>
        </p:nvSpPr>
        <p:spPr>
          <a:xfrm>
            <a:off x="3117669" y="2107474"/>
            <a:ext cx="391885" cy="365758"/>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cxnSp>
        <p:nvCxnSpPr>
          <p:cNvPr id="6" name="直線接點 5">
            <a:extLst>
              <a:ext uri="{FF2B5EF4-FFF2-40B4-BE49-F238E27FC236}">
                <a16:creationId xmlns:a16="http://schemas.microsoft.com/office/drawing/2014/main" id="{FDCB0A62-0956-07DE-3830-EE64AFE45BD2}"/>
              </a:ext>
            </a:extLst>
          </p:cNvPr>
          <p:cNvCxnSpPr>
            <a:cxnSpLocks/>
            <a:stCxn id="10" idx="7"/>
            <a:endCxn id="7" idx="1"/>
          </p:cNvCxnSpPr>
          <p:nvPr/>
        </p:nvCxnSpPr>
        <p:spPr>
          <a:xfrm flipV="1">
            <a:off x="3452164" y="1527647"/>
            <a:ext cx="1050168" cy="633391"/>
          </a:xfrm>
          <a:prstGeom prst="line">
            <a:avLst/>
          </a:prstGeom>
          <a:ln w="19050"/>
        </p:spPr>
        <p:style>
          <a:lnRef idx="3">
            <a:schemeClr val="accent2"/>
          </a:lnRef>
          <a:fillRef idx="0">
            <a:schemeClr val="accent2"/>
          </a:fillRef>
          <a:effectRef idx="2">
            <a:schemeClr val="accent2"/>
          </a:effectRef>
          <a:fontRef idx="minor">
            <a:schemeClr val="tx1"/>
          </a:fontRef>
        </p:style>
      </p:cxnSp>
      <p:sp>
        <p:nvSpPr>
          <p:cNvPr id="7" name="文字方塊 6">
            <a:extLst>
              <a:ext uri="{FF2B5EF4-FFF2-40B4-BE49-F238E27FC236}">
                <a16:creationId xmlns:a16="http://schemas.microsoft.com/office/drawing/2014/main" id="{810CEE43-3C5F-21C0-E34C-4B6858A0500A}"/>
              </a:ext>
            </a:extLst>
          </p:cNvPr>
          <p:cNvSpPr txBox="1"/>
          <p:nvPr/>
        </p:nvSpPr>
        <p:spPr>
          <a:xfrm>
            <a:off x="4502332" y="1204481"/>
            <a:ext cx="5477691" cy="646331"/>
          </a:xfrm>
          <a:prstGeom prst="rect">
            <a:avLst/>
          </a:prstGeom>
          <a:noFill/>
        </p:spPr>
        <p:txBody>
          <a:bodyPr wrap="square" rtlCol="0">
            <a:spAutoFit/>
          </a:bodyPr>
          <a:lstStyle/>
          <a:p>
            <a:r>
              <a:rPr lang="en-US" altLang="zh-TW" dirty="0"/>
              <a:t>XML Filter needed the heartbeat id to decide where traffic going if heartbeat miss or not</a:t>
            </a:r>
            <a:endParaRPr lang="zh-TW" altLang="en-US" dirty="0"/>
          </a:p>
        </p:txBody>
      </p:sp>
      <p:sp>
        <p:nvSpPr>
          <p:cNvPr id="8" name="文字方塊 7">
            <a:extLst>
              <a:ext uri="{FF2B5EF4-FFF2-40B4-BE49-F238E27FC236}">
                <a16:creationId xmlns:a16="http://schemas.microsoft.com/office/drawing/2014/main" id="{0C72F96D-98DA-2B68-38B3-88DE3C19B464}"/>
              </a:ext>
            </a:extLst>
          </p:cNvPr>
          <p:cNvSpPr txBox="1"/>
          <p:nvPr/>
        </p:nvSpPr>
        <p:spPr>
          <a:xfrm>
            <a:off x="6662057" y="3756855"/>
            <a:ext cx="2239972" cy="461665"/>
          </a:xfrm>
          <a:prstGeom prst="rect">
            <a:avLst/>
          </a:prstGeom>
          <a:noFill/>
        </p:spPr>
        <p:txBody>
          <a:bodyPr wrap="none" rtlCol="0">
            <a:spAutoFit/>
          </a:bodyPr>
          <a:lstStyle/>
          <a:p>
            <a:r>
              <a:rPr lang="en-US" altLang="zh-TW" sz="2400" dirty="0"/>
              <a:t>Heartbeat Setup</a:t>
            </a:r>
            <a:endParaRPr lang="zh-TW" altLang="en-US" sz="2400" dirty="0"/>
          </a:p>
        </p:txBody>
      </p:sp>
      <p:sp>
        <p:nvSpPr>
          <p:cNvPr id="9" name="文字方塊 8">
            <a:extLst>
              <a:ext uri="{FF2B5EF4-FFF2-40B4-BE49-F238E27FC236}">
                <a16:creationId xmlns:a16="http://schemas.microsoft.com/office/drawing/2014/main" id="{E4025AF7-026D-04DA-1E7E-177FC87D8C3F}"/>
              </a:ext>
            </a:extLst>
          </p:cNvPr>
          <p:cNvSpPr txBox="1"/>
          <p:nvPr/>
        </p:nvSpPr>
        <p:spPr>
          <a:xfrm>
            <a:off x="6662057" y="4218520"/>
            <a:ext cx="4383269" cy="1477328"/>
          </a:xfrm>
          <a:prstGeom prst="rect">
            <a:avLst/>
          </a:prstGeom>
          <a:noFill/>
        </p:spPr>
        <p:txBody>
          <a:bodyPr wrap="square" rtlCol="0">
            <a:spAutoFit/>
          </a:bodyPr>
          <a:lstStyle/>
          <a:p>
            <a:r>
              <a:rPr lang="en-US" altLang="zh-TW" dirty="0"/>
              <a:t>Send one heartbeat packet each 0.5 second from P2, and check if the heartbeat will come back from P3. The packet data is free to modify but usually the default data is fine for general situation.</a:t>
            </a:r>
            <a:endParaRPr lang="zh-TW" altLang="en-US" dirty="0"/>
          </a:p>
        </p:txBody>
      </p:sp>
    </p:spTree>
    <p:extLst>
      <p:ext uri="{BB962C8B-B14F-4D97-AF65-F5344CB8AC3E}">
        <p14:creationId xmlns:p14="http://schemas.microsoft.com/office/powerpoint/2010/main" val="286941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一張含有 文字 的圖片&#10;&#10;自動產生的描述">
            <a:extLst>
              <a:ext uri="{FF2B5EF4-FFF2-40B4-BE49-F238E27FC236}">
                <a16:creationId xmlns:a16="http://schemas.microsoft.com/office/drawing/2014/main" id="{F87A41E6-F789-49AE-995B-152C703D51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65269"/>
            <a:ext cx="12192000" cy="5927461"/>
          </a:xfrm>
          <a:prstGeom prst="rect">
            <a:avLst/>
          </a:prstGeom>
        </p:spPr>
      </p:pic>
    </p:spTree>
    <p:extLst>
      <p:ext uri="{BB962C8B-B14F-4D97-AF65-F5344CB8AC3E}">
        <p14:creationId xmlns:p14="http://schemas.microsoft.com/office/powerpoint/2010/main" val="3897679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a:t>
            </a:r>
            <a:r>
              <a:rPr lang="en-US" altLang="zh-TW" dirty="0" err="1"/>
              <a:t>inlne</a:t>
            </a:r>
            <a:r>
              <a:rPr lang="en-US" altLang="zh-TW" dirty="0"/>
              <a:t> block IP list</a:t>
            </a:r>
            <a:endParaRPr lang="zh-TW" altLang="en-US" dirty="0"/>
          </a:p>
        </p:txBody>
      </p:sp>
      <p:sp>
        <p:nvSpPr>
          <p:cNvPr id="4" name="流程圖: 程序 3"/>
          <p:cNvSpPr/>
          <p:nvPr/>
        </p:nvSpPr>
        <p:spPr>
          <a:xfrm>
            <a:off x="2372766" y="3236359"/>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P6</a:t>
            </a:r>
            <a:endParaRPr lang="zh-TW" altLang="en-US" dirty="0">
              <a:solidFill>
                <a:schemeClr val="tx1"/>
              </a:solidFill>
            </a:endParaRPr>
          </a:p>
        </p:txBody>
      </p:sp>
      <p:sp>
        <p:nvSpPr>
          <p:cNvPr id="5" name="圓角矩形 4"/>
          <p:cNvSpPr/>
          <p:nvPr/>
        </p:nvSpPr>
        <p:spPr>
          <a:xfrm>
            <a:off x="3543105" y="3227452"/>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F1</a:t>
            </a:r>
            <a:endParaRPr lang="zh-TW" altLang="en-US" dirty="0"/>
          </a:p>
        </p:txBody>
      </p:sp>
      <p:cxnSp>
        <p:nvCxnSpPr>
          <p:cNvPr id="6" name="直線單箭頭接點 5"/>
          <p:cNvCxnSpPr>
            <a:stCxn id="4" idx="3"/>
            <a:endCxn id="5" idx="1"/>
          </p:cNvCxnSpPr>
          <p:nvPr/>
        </p:nvCxnSpPr>
        <p:spPr>
          <a:xfrm flipV="1">
            <a:off x="2995663" y="3470340"/>
            <a:ext cx="547442" cy="89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流程圖: 程序 10"/>
          <p:cNvSpPr/>
          <p:nvPr/>
        </p:nvSpPr>
        <p:spPr>
          <a:xfrm>
            <a:off x="4755273" y="3956113"/>
            <a:ext cx="62040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P7</a:t>
            </a:r>
            <a:endParaRPr lang="zh-TW" altLang="en-US" dirty="0">
              <a:solidFill>
                <a:schemeClr val="tx1"/>
              </a:solidFill>
            </a:endParaRPr>
          </a:p>
        </p:txBody>
      </p:sp>
      <p:cxnSp>
        <p:nvCxnSpPr>
          <p:cNvPr id="13" name="肘形接點 12"/>
          <p:cNvCxnSpPr>
            <a:stCxn id="5" idx="2"/>
            <a:endCxn id="11" idx="1"/>
          </p:cNvCxnSpPr>
          <p:nvPr/>
        </p:nvCxnSpPr>
        <p:spPr>
          <a:xfrm rot="16200000" flipH="1">
            <a:off x="4060608" y="3504334"/>
            <a:ext cx="485773" cy="903558"/>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4090547" y="3109914"/>
            <a:ext cx="491225" cy="369332"/>
          </a:xfrm>
          <a:prstGeom prst="rect">
            <a:avLst/>
          </a:prstGeom>
          <a:noFill/>
        </p:spPr>
        <p:txBody>
          <a:bodyPr wrap="none" rtlCol="0">
            <a:spAutoFit/>
          </a:bodyPr>
          <a:lstStyle/>
          <a:p>
            <a:r>
              <a:rPr lang="en-US" altLang="zh-TW" dirty="0"/>
              <a:t>yes</a:t>
            </a:r>
            <a:endParaRPr lang="zh-TW" altLang="en-US" dirty="0"/>
          </a:p>
        </p:txBody>
      </p:sp>
      <p:sp>
        <p:nvSpPr>
          <p:cNvPr id="32" name="文字方塊 31"/>
          <p:cNvSpPr txBox="1"/>
          <p:nvPr/>
        </p:nvSpPr>
        <p:spPr>
          <a:xfrm>
            <a:off x="3401535" y="3595688"/>
            <a:ext cx="428322" cy="369332"/>
          </a:xfrm>
          <a:prstGeom prst="rect">
            <a:avLst/>
          </a:prstGeom>
          <a:noFill/>
        </p:spPr>
        <p:txBody>
          <a:bodyPr wrap="none" rtlCol="0">
            <a:spAutoFit/>
          </a:bodyPr>
          <a:lstStyle/>
          <a:p>
            <a:r>
              <a:rPr lang="en-US" altLang="zh-TW" dirty="0"/>
              <a:t>no</a:t>
            </a:r>
            <a:endParaRPr lang="zh-TW" altLang="en-US" dirty="0"/>
          </a:p>
        </p:txBody>
      </p:sp>
      <p:sp>
        <p:nvSpPr>
          <p:cNvPr id="33" name="流程圖: 程序 32"/>
          <p:cNvSpPr/>
          <p:nvPr/>
        </p:nvSpPr>
        <p:spPr>
          <a:xfrm>
            <a:off x="2377549" y="4564153"/>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P7</a:t>
            </a:r>
            <a:endParaRPr lang="zh-TW" altLang="en-US" dirty="0">
              <a:solidFill>
                <a:schemeClr val="tx1"/>
              </a:solidFill>
            </a:endParaRPr>
          </a:p>
        </p:txBody>
      </p:sp>
      <p:cxnSp>
        <p:nvCxnSpPr>
          <p:cNvPr id="35" name="直線單箭頭接點 34"/>
          <p:cNvCxnSpPr>
            <a:stCxn id="33" idx="3"/>
            <a:endCxn id="47" idx="1"/>
          </p:cNvCxnSpPr>
          <p:nvPr/>
        </p:nvCxnSpPr>
        <p:spPr>
          <a:xfrm>
            <a:off x="3000446" y="4807040"/>
            <a:ext cx="175233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流程圖: 程序 46"/>
          <p:cNvSpPr/>
          <p:nvPr/>
        </p:nvSpPr>
        <p:spPr>
          <a:xfrm>
            <a:off x="4752780" y="4564153"/>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P6</a:t>
            </a:r>
            <a:endParaRPr lang="zh-TW" altLang="en-US" dirty="0">
              <a:solidFill>
                <a:schemeClr val="tx1"/>
              </a:solidFill>
            </a:endParaRPr>
          </a:p>
        </p:txBody>
      </p:sp>
      <p:cxnSp>
        <p:nvCxnSpPr>
          <p:cNvPr id="74" name="直線單箭頭接點 73"/>
          <p:cNvCxnSpPr>
            <a:stCxn id="5" idx="3"/>
            <a:endCxn id="94" idx="1"/>
          </p:cNvCxnSpPr>
          <p:nvPr/>
        </p:nvCxnSpPr>
        <p:spPr>
          <a:xfrm flipV="1">
            <a:off x="4160325" y="3470339"/>
            <a:ext cx="592455"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流程圖: 程序 86"/>
          <p:cNvSpPr/>
          <p:nvPr/>
        </p:nvSpPr>
        <p:spPr>
          <a:xfrm>
            <a:off x="7671345" y="3114915"/>
            <a:ext cx="1310741" cy="728661"/>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Syslog Collector</a:t>
            </a:r>
            <a:endParaRPr lang="zh-TW" altLang="en-US" dirty="0">
              <a:solidFill>
                <a:schemeClr val="tx1"/>
              </a:solidFill>
            </a:endParaRPr>
          </a:p>
        </p:txBody>
      </p:sp>
      <p:sp>
        <p:nvSpPr>
          <p:cNvPr id="90" name="文字方塊 89"/>
          <p:cNvSpPr txBox="1"/>
          <p:nvPr/>
        </p:nvSpPr>
        <p:spPr>
          <a:xfrm>
            <a:off x="6203443" y="3109914"/>
            <a:ext cx="763222" cy="369332"/>
          </a:xfrm>
          <a:prstGeom prst="rect">
            <a:avLst/>
          </a:prstGeom>
          <a:noFill/>
        </p:spPr>
        <p:txBody>
          <a:bodyPr wrap="none" rtlCol="0">
            <a:spAutoFit/>
          </a:bodyPr>
          <a:lstStyle/>
          <a:p>
            <a:r>
              <a:rPr lang="en-US" altLang="zh-TW" dirty="0"/>
              <a:t>Syslog</a:t>
            </a:r>
            <a:endParaRPr lang="zh-TW" altLang="en-US" dirty="0"/>
          </a:p>
        </p:txBody>
      </p:sp>
      <p:sp>
        <p:nvSpPr>
          <p:cNvPr id="94" name="流程圖: 程序 93"/>
          <p:cNvSpPr/>
          <p:nvPr/>
        </p:nvSpPr>
        <p:spPr>
          <a:xfrm>
            <a:off x="4752780" y="3227452"/>
            <a:ext cx="1209691"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0(</a:t>
            </a:r>
            <a:r>
              <a:rPr lang="en-US" altLang="zh-TW" dirty="0">
                <a:solidFill>
                  <a:schemeClr val="tx1"/>
                </a:solidFill>
              </a:rPr>
              <a:t>DROP)</a:t>
            </a:r>
            <a:endParaRPr lang="zh-TW" altLang="en-US" dirty="0">
              <a:solidFill>
                <a:schemeClr val="tx1"/>
              </a:solidFill>
            </a:endParaRPr>
          </a:p>
        </p:txBody>
      </p:sp>
      <p:cxnSp>
        <p:nvCxnSpPr>
          <p:cNvPr id="96" name="直線單箭頭接點 95"/>
          <p:cNvCxnSpPr>
            <a:stCxn id="94" idx="3"/>
            <a:endCxn id="87" idx="1"/>
          </p:cNvCxnSpPr>
          <p:nvPr/>
        </p:nvCxnSpPr>
        <p:spPr>
          <a:xfrm>
            <a:off x="5962471" y="3470339"/>
            <a:ext cx="1708874" cy="89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直線圖說文字 1 17"/>
          <p:cNvSpPr/>
          <p:nvPr/>
        </p:nvSpPr>
        <p:spPr>
          <a:xfrm>
            <a:off x="3543106" y="1838611"/>
            <a:ext cx="1277470" cy="590055"/>
          </a:xfrm>
          <a:prstGeom prst="borderCallout1">
            <a:avLst>
              <a:gd name="adj1" fmla="val 111502"/>
              <a:gd name="adj2" fmla="val 36992"/>
              <a:gd name="adj3" fmla="val 216640"/>
              <a:gd name="adj4" fmla="val 28325"/>
            </a:avLst>
          </a:prstGeom>
        </p:spPr>
        <p:style>
          <a:lnRef idx="1">
            <a:schemeClr val="dk1"/>
          </a:lnRef>
          <a:fillRef idx="2">
            <a:schemeClr val="dk1"/>
          </a:fillRef>
          <a:effectRef idx="1">
            <a:schemeClr val="dk1"/>
          </a:effectRef>
          <a:fontRef idx="minor">
            <a:schemeClr val="dk1"/>
          </a:fontRef>
        </p:style>
        <p:txBody>
          <a:bodyPr rtlCol="0" anchor="ctr"/>
          <a:lstStyle/>
          <a:p>
            <a:r>
              <a:rPr lang="en-US" altLang="zh-TW" dirty="0"/>
              <a:t>Block IP list</a:t>
            </a:r>
          </a:p>
        </p:txBody>
      </p:sp>
    </p:spTree>
    <p:extLst>
      <p:ext uri="{BB962C8B-B14F-4D97-AF65-F5344CB8AC3E}">
        <p14:creationId xmlns:p14="http://schemas.microsoft.com/office/powerpoint/2010/main" val="2658268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txBox="1">
            <a:spLocks/>
          </p:cNvSpPr>
          <p:nvPr/>
        </p:nvSpPr>
        <p:spPr>
          <a:xfrm>
            <a:off x="1029028" y="1668048"/>
            <a:ext cx="8997567" cy="4763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&lt;chain id="0"&gt;</a:t>
            </a:r>
          </a:p>
          <a:p>
            <a:pPr marL="0" indent="0">
              <a:buNone/>
            </a:pPr>
            <a:r>
              <a:rPr lang="en-US" altLang="zh-TW" sz="2000" dirty="0"/>
              <a:t>    &lt;in&gt;P6&lt;/in&gt;</a:t>
            </a:r>
          </a:p>
          <a:p>
            <a:pPr marL="0" indent="0">
              <a:buNone/>
            </a:pPr>
            <a:r>
              <a:rPr lang="en-US" altLang="zh-TW" sz="2000" dirty="0"/>
              <a:t>    &lt;fid&gt;F1&lt;/fid&gt;</a:t>
            </a:r>
          </a:p>
          <a:p>
            <a:pPr marL="0" indent="0">
              <a:buNone/>
            </a:pPr>
            <a:r>
              <a:rPr lang="en-US" altLang="zh-TW" sz="2000" dirty="0"/>
              <a:t>    &lt;out&gt;0&lt;/out&gt;</a:t>
            </a:r>
          </a:p>
          <a:p>
            <a:pPr marL="0" indent="0">
              <a:buNone/>
            </a:pPr>
            <a:r>
              <a:rPr lang="en-US" altLang="zh-TW" sz="2000" dirty="0"/>
              <a:t>    &lt;next type=“</a:t>
            </a:r>
            <a:r>
              <a:rPr lang="en-US" altLang="zh-TW" sz="2000" dirty="0" err="1"/>
              <a:t>notmatch</a:t>
            </a:r>
            <a:r>
              <a:rPr lang="en-US" altLang="zh-TW" sz="2000" dirty="0"/>
              <a:t>"&gt;</a:t>
            </a:r>
          </a:p>
          <a:p>
            <a:pPr marL="0" indent="0">
              <a:buNone/>
            </a:pPr>
            <a:r>
              <a:rPr lang="en-US" altLang="zh-TW" sz="2000" dirty="0"/>
              <a:t>        &lt;out&gt;P7&lt;/out&gt;</a:t>
            </a:r>
          </a:p>
          <a:p>
            <a:pPr marL="0" indent="0">
              <a:buNone/>
            </a:pPr>
            <a:r>
              <a:rPr lang="en-US" altLang="zh-TW" sz="2000" dirty="0"/>
              <a:t>    &lt;/next&gt;</a:t>
            </a:r>
          </a:p>
          <a:p>
            <a:pPr marL="0" indent="0">
              <a:buNone/>
            </a:pPr>
            <a:r>
              <a:rPr lang="en-US" altLang="zh-TW" sz="2000" dirty="0"/>
              <a:t>&lt;/chain&gt;</a:t>
            </a:r>
          </a:p>
          <a:p>
            <a:pPr marL="0" indent="0">
              <a:buNone/>
            </a:pPr>
            <a:r>
              <a:rPr lang="en-US" altLang="zh-TW" sz="2000" dirty="0"/>
              <a:t>&lt;chain id=“1"&gt;</a:t>
            </a:r>
          </a:p>
          <a:p>
            <a:pPr marL="0" indent="0">
              <a:buNone/>
            </a:pPr>
            <a:r>
              <a:rPr lang="en-US" altLang="zh-TW" sz="2000" dirty="0"/>
              <a:t>    &lt;in&gt;P7&lt;/in&gt;    </a:t>
            </a:r>
          </a:p>
          <a:p>
            <a:pPr marL="0" indent="0">
              <a:buNone/>
            </a:pPr>
            <a:r>
              <a:rPr lang="en-US" altLang="zh-TW" sz="2000" dirty="0"/>
              <a:t>    &lt;out&gt;P6&lt;/out&gt;</a:t>
            </a:r>
          </a:p>
          <a:p>
            <a:pPr marL="0" indent="0">
              <a:buNone/>
            </a:pPr>
            <a:r>
              <a:rPr lang="en-US" altLang="zh-TW" sz="2000" dirty="0"/>
              <a:t>&lt;/chain&gt;</a:t>
            </a:r>
            <a:endParaRPr lang="zh-TW" altLang="en-US" sz="2000" dirty="0"/>
          </a:p>
          <a:p>
            <a:pPr marL="0" indent="0">
              <a:buNone/>
            </a:pPr>
            <a:endParaRPr lang="zh-TW" altLang="en-US" sz="2000" dirty="0"/>
          </a:p>
        </p:txBody>
      </p:sp>
      <p:sp>
        <p:nvSpPr>
          <p:cNvPr id="7" name="標題 1"/>
          <p:cNvSpPr>
            <a:spLocks noGrp="1"/>
          </p:cNvSpPr>
          <p:nvPr>
            <p:ph type="title"/>
          </p:nvPr>
        </p:nvSpPr>
        <p:spPr>
          <a:xfrm>
            <a:off x="838201" y="342485"/>
            <a:ext cx="10515600" cy="1325563"/>
          </a:xfrm>
        </p:spPr>
        <p:txBody>
          <a:bodyPr/>
          <a:lstStyle/>
          <a:p>
            <a:r>
              <a:rPr lang="en-US" altLang="zh-TW" dirty="0"/>
              <a:t>&lt;chain&gt;</a:t>
            </a:r>
            <a:endParaRPr lang="zh-TW" altLang="en-US" dirty="0"/>
          </a:p>
        </p:txBody>
      </p:sp>
      <p:sp>
        <p:nvSpPr>
          <p:cNvPr id="6" name="直線圖說文字 1 5"/>
          <p:cNvSpPr/>
          <p:nvPr/>
        </p:nvSpPr>
        <p:spPr>
          <a:xfrm>
            <a:off x="4611330" y="1493078"/>
            <a:ext cx="7041454" cy="2538147"/>
          </a:xfrm>
          <a:prstGeom prst="borderCallout1">
            <a:avLst>
              <a:gd name="adj1" fmla="val 37403"/>
              <a:gd name="adj2" fmla="val -3292"/>
              <a:gd name="adj3" fmla="val 47586"/>
              <a:gd name="adj4" fmla="val -24501"/>
            </a:avLst>
          </a:prstGeom>
        </p:spPr>
        <p:style>
          <a:lnRef idx="1">
            <a:schemeClr val="dk1"/>
          </a:lnRef>
          <a:fillRef idx="2">
            <a:schemeClr val="dk1"/>
          </a:fillRef>
          <a:effectRef idx="1">
            <a:schemeClr val="dk1"/>
          </a:effectRef>
          <a:fontRef idx="minor">
            <a:schemeClr val="dk1"/>
          </a:fontRef>
        </p:style>
        <p:txBody>
          <a:bodyPr rtlCol="0" anchor="ctr"/>
          <a:lstStyle/>
          <a:p>
            <a:r>
              <a:rPr lang="en-US" altLang="zh-TW" dirty="0"/>
              <a:t> &lt;filter id="1" name="</a:t>
            </a:r>
            <a:r>
              <a:rPr lang="en-US" altLang="zh-TW" dirty="0" err="1"/>
              <a:t>ip.dst</a:t>
            </a:r>
            <a:r>
              <a:rPr lang="en-US" altLang="zh-TW" dirty="0"/>
              <a:t> list" </a:t>
            </a:r>
            <a:r>
              <a:rPr lang="en-US" altLang="zh-TW" dirty="0" err="1"/>
              <a:t>sessionBase</a:t>
            </a:r>
            <a:r>
              <a:rPr lang="en-US" altLang="zh-TW" dirty="0"/>
              <a:t>=“yes“ </a:t>
            </a:r>
            <a:r>
              <a:rPr lang="en-US" altLang="zh-TW" dirty="0" err="1"/>
              <a:t>matchedlog</a:t>
            </a:r>
            <a:r>
              <a:rPr lang="en-US" altLang="zh-TW" dirty="0"/>
              <a:t>=“yes”&gt;</a:t>
            </a:r>
          </a:p>
          <a:p>
            <a:r>
              <a:rPr lang="en-US" altLang="zh-TW" dirty="0"/>
              <a:t>        &lt;or&gt;</a:t>
            </a:r>
          </a:p>
          <a:p>
            <a:r>
              <a:rPr lang="en-US" altLang="zh-TW" dirty="0"/>
              <a:t>          &lt;find name="</a:t>
            </a:r>
            <a:r>
              <a:rPr lang="en-US" altLang="zh-TW" dirty="0" err="1"/>
              <a:t>ip.dst</a:t>
            </a:r>
            <a:r>
              <a:rPr lang="en-US" altLang="zh-TW" dirty="0"/>
              <a:t>" relation="==" content="110.250.158.62" /&gt;</a:t>
            </a:r>
          </a:p>
          <a:p>
            <a:r>
              <a:rPr lang="en-US" altLang="zh-TW" dirty="0"/>
              <a:t>          &lt;find name="</a:t>
            </a:r>
            <a:r>
              <a:rPr lang="en-US" altLang="zh-TW" dirty="0" err="1"/>
              <a:t>ip.dst</a:t>
            </a:r>
            <a:r>
              <a:rPr lang="en-US" altLang="zh-TW" dirty="0"/>
              <a:t>" relation="==" content="113.128.212.234" /&gt;</a:t>
            </a:r>
          </a:p>
          <a:p>
            <a:r>
              <a:rPr lang="en-US" altLang="zh-TW" dirty="0"/>
              <a:t>          &lt;find name="</a:t>
            </a:r>
            <a:r>
              <a:rPr lang="en-US" altLang="zh-TW" dirty="0" err="1"/>
              <a:t>ip.dst</a:t>
            </a:r>
            <a:r>
              <a:rPr lang="en-US" altLang="zh-TW" dirty="0"/>
              <a:t>" relation="==" content="113.161.194.221" /&gt;</a:t>
            </a:r>
          </a:p>
          <a:p>
            <a:r>
              <a:rPr lang="en-US" altLang="zh-TW" dirty="0"/>
              <a:t>          ….</a:t>
            </a:r>
            <a:r>
              <a:rPr lang="zh-TW" altLang="en-US" dirty="0"/>
              <a:t> </a:t>
            </a:r>
            <a:r>
              <a:rPr lang="en-US" altLang="zh-TW" dirty="0"/>
              <a:t>More than hundred thousands</a:t>
            </a:r>
          </a:p>
          <a:p>
            <a:r>
              <a:rPr lang="en-US" altLang="zh-TW" dirty="0"/>
              <a:t>&lt;/filter&gt;</a:t>
            </a:r>
          </a:p>
          <a:p>
            <a:endParaRPr lang="en-US" altLang="zh-TW" dirty="0"/>
          </a:p>
        </p:txBody>
      </p:sp>
    </p:spTree>
    <p:extLst>
      <p:ext uri="{BB962C8B-B14F-4D97-AF65-F5344CB8AC3E}">
        <p14:creationId xmlns:p14="http://schemas.microsoft.com/office/powerpoint/2010/main" val="2542926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a:t>
            </a:r>
            <a:r>
              <a:rPr lang="en-US" altLang="zh-TW" dirty="0" err="1"/>
              <a:t>inlne</a:t>
            </a:r>
            <a:r>
              <a:rPr lang="en-US" altLang="zh-TW" dirty="0"/>
              <a:t> block http host list (HTTP request)</a:t>
            </a:r>
            <a:endParaRPr lang="zh-TW" altLang="en-US" dirty="0"/>
          </a:p>
        </p:txBody>
      </p:sp>
      <p:sp>
        <p:nvSpPr>
          <p:cNvPr id="4" name="流程圖: 程序 3"/>
          <p:cNvSpPr/>
          <p:nvPr/>
        </p:nvSpPr>
        <p:spPr>
          <a:xfrm>
            <a:off x="2315404" y="3427560"/>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P6</a:t>
            </a:r>
            <a:endParaRPr lang="zh-TW" altLang="en-US" dirty="0">
              <a:solidFill>
                <a:schemeClr val="tx1"/>
              </a:solidFill>
            </a:endParaRPr>
          </a:p>
        </p:txBody>
      </p:sp>
      <p:sp>
        <p:nvSpPr>
          <p:cNvPr id="5" name="圓角矩形 4"/>
          <p:cNvSpPr/>
          <p:nvPr/>
        </p:nvSpPr>
        <p:spPr>
          <a:xfrm>
            <a:off x="3485743" y="3418653"/>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F0</a:t>
            </a:r>
            <a:endParaRPr lang="zh-TW" altLang="en-US" dirty="0"/>
          </a:p>
        </p:txBody>
      </p:sp>
      <p:cxnSp>
        <p:nvCxnSpPr>
          <p:cNvPr id="6" name="直線單箭頭接點 5"/>
          <p:cNvCxnSpPr>
            <a:stCxn id="4" idx="3"/>
            <a:endCxn id="5" idx="1"/>
          </p:cNvCxnSpPr>
          <p:nvPr/>
        </p:nvCxnSpPr>
        <p:spPr>
          <a:xfrm flipV="1">
            <a:off x="2938301" y="3661541"/>
            <a:ext cx="547442" cy="89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流程圖: 程序 10"/>
          <p:cNvSpPr/>
          <p:nvPr/>
        </p:nvSpPr>
        <p:spPr>
          <a:xfrm>
            <a:off x="5460311" y="4208734"/>
            <a:ext cx="62040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P7</a:t>
            </a:r>
            <a:endParaRPr lang="zh-TW" altLang="en-US" dirty="0">
              <a:solidFill>
                <a:schemeClr val="tx1"/>
              </a:solidFill>
            </a:endParaRPr>
          </a:p>
        </p:txBody>
      </p:sp>
      <p:cxnSp>
        <p:nvCxnSpPr>
          <p:cNvPr id="13" name="肘形接點 12"/>
          <p:cNvCxnSpPr>
            <a:stCxn id="5" idx="2"/>
            <a:endCxn id="11" idx="1"/>
          </p:cNvCxnSpPr>
          <p:nvPr/>
        </p:nvCxnSpPr>
        <p:spPr>
          <a:xfrm rot="16200000" flipH="1">
            <a:off x="4353736" y="3345045"/>
            <a:ext cx="547193" cy="1665958"/>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4070389" y="3301114"/>
            <a:ext cx="491225" cy="369332"/>
          </a:xfrm>
          <a:prstGeom prst="rect">
            <a:avLst/>
          </a:prstGeom>
          <a:noFill/>
        </p:spPr>
        <p:txBody>
          <a:bodyPr wrap="none" rtlCol="0">
            <a:spAutoFit/>
          </a:bodyPr>
          <a:lstStyle/>
          <a:p>
            <a:r>
              <a:rPr lang="en-US" altLang="zh-TW" dirty="0"/>
              <a:t>yes</a:t>
            </a:r>
            <a:endParaRPr lang="zh-TW" altLang="en-US" dirty="0"/>
          </a:p>
        </p:txBody>
      </p:sp>
      <p:sp>
        <p:nvSpPr>
          <p:cNvPr id="32" name="文字方塊 31"/>
          <p:cNvSpPr txBox="1"/>
          <p:nvPr/>
        </p:nvSpPr>
        <p:spPr>
          <a:xfrm>
            <a:off x="3404301" y="3880970"/>
            <a:ext cx="428322" cy="369332"/>
          </a:xfrm>
          <a:prstGeom prst="rect">
            <a:avLst/>
          </a:prstGeom>
          <a:noFill/>
        </p:spPr>
        <p:txBody>
          <a:bodyPr wrap="none" rtlCol="0">
            <a:spAutoFit/>
          </a:bodyPr>
          <a:lstStyle/>
          <a:p>
            <a:r>
              <a:rPr lang="en-US" altLang="zh-TW" dirty="0"/>
              <a:t>no</a:t>
            </a:r>
            <a:endParaRPr lang="zh-TW" altLang="en-US" dirty="0"/>
          </a:p>
        </p:txBody>
      </p:sp>
      <p:sp>
        <p:nvSpPr>
          <p:cNvPr id="33" name="流程圖: 程序 32"/>
          <p:cNvSpPr/>
          <p:nvPr/>
        </p:nvSpPr>
        <p:spPr>
          <a:xfrm>
            <a:off x="2315404" y="4851615"/>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P7</a:t>
            </a:r>
            <a:endParaRPr lang="zh-TW" altLang="en-US" dirty="0">
              <a:solidFill>
                <a:schemeClr val="tx1"/>
              </a:solidFill>
            </a:endParaRPr>
          </a:p>
        </p:txBody>
      </p:sp>
      <p:cxnSp>
        <p:nvCxnSpPr>
          <p:cNvPr id="35" name="直線單箭頭接點 34"/>
          <p:cNvCxnSpPr>
            <a:stCxn id="33" idx="3"/>
            <a:endCxn id="47" idx="1"/>
          </p:cNvCxnSpPr>
          <p:nvPr/>
        </p:nvCxnSpPr>
        <p:spPr>
          <a:xfrm flipV="1">
            <a:off x="2938301" y="5089697"/>
            <a:ext cx="2522010" cy="48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流程圖: 程序 46"/>
          <p:cNvSpPr/>
          <p:nvPr/>
        </p:nvSpPr>
        <p:spPr>
          <a:xfrm>
            <a:off x="5460311" y="4846810"/>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P6</a:t>
            </a:r>
            <a:endParaRPr lang="zh-TW" altLang="en-US" dirty="0">
              <a:solidFill>
                <a:schemeClr val="tx1"/>
              </a:solidFill>
            </a:endParaRPr>
          </a:p>
        </p:txBody>
      </p:sp>
      <p:cxnSp>
        <p:nvCxnSpPr>
          <p:cNvPr id="74" name="直線單箭頭接點 73"/>
          <p:cNvCxnSpPr>
            <a:stCxn id="21" idx="3"/>
            <a:endCxn id="94" idx="1"/>
          </p:cNvCxnSpPr>
          <p:nvPr/>
        </p:nvCxnSpPr>
        <p:spPr>
          <a:xfrm>
            <a:off x="5267625" y="3661163"/>
            <a:ext cx="600577" cy="92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流程圖: 程序 86"/>
          <p:cNvSpPr/>
          <p:nvPr/>
        </p:nvSpPr>
        <p:spPr>
          <a:xfrm>
            <a:off x="7752352" y="3296831"/>
            <a:ext cx="1310741" cy="728661"/>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syslog Collector</a:t>
            </a:r>
            <a:endParaRPr lang="zh-TW" altLang="en-US" dirty="0">
              <a:solidFill>
                <a:schemeClr val="tx1"/>
              </a:solidFill>
            </a:endParaRPr>
          </a:p>
        </p:txBody>
      </p:sp>
      <p:sp>
        <p:nvSpPr>
          <p:cNvPr id="90" name="文字方塊 89"/>
          <p:cNvSpPr txBox="1"/>
          <p:nvPr/>
        </p:nvSpPr>
        <p:spPr>
          <a:xfrm>
            <a:off x="6871758" y="3322804"/>
            <a:ext cx="745845" cy="369332"/>
          </a:xfrm>
          <a:prstGeom prst="rect">
            <a:avLst/>
          </a:prstGeom>
          <a:noFill/>
        </p:spPr>
        <p:txBody>
          <a:bodyPr wrap="none" rtlCol="0">
            <a:spAutoFit/>
          </a:bodyPr>
          <a:lstStyle/>
          <a:p>
            <a:r>
              <a:rPr lang="en-US" altLang="zh-TW" dirty="0"/>
              <a:t>syslog</a:t>
            </a:r>
            <a:endParaRPr lang="zh-TW" altLang="en-US" dirty="0"/>
          </a:p>
        </p:txBody>
      </p:sp>
      <p:sp>
        <p:nvSpPr>
          <p:cNvPr id="94" name="流程圖: 程序 93"/>
          <p:cNvSpPr/>
          <p:nvPr/>
        </p:nvSpPr>
        <p:spPr>
          <a:xfrm>
            <a:off x="5868202" y="3427560"/>
            <a:ext cx="93587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rgbClr val="FF0000"/>
                </a:solidFill>
              </a:rPr>
              <a:t>0</a:t>
            </a:r>
            <a:r>
              <a:rPr lang="en-US" altLang="zh-TW" dirty="0">
                <a:solidFill>
                  <a:schemeClr val="tx1"/>
                </a:solidFill>
              </a:rPr>
              <a:t>(DROP)</a:t>
            </a:r>
            <a:endParaRPr lang="zh-TW" altLang="en-US" dirty="0">
              <a:solidFill>
                <a:schemeClr val="tx1"/>
              </a:solidFill>
            </a:endParaRPr>
          </a:p>
        </p:txBody>
      </p:sp>
      <p:cxnSp>
        <p:nvCxnSpPr>
          <p:cNvPr id="96" name="直線單箭頭接點 95"/>
          <p:cNvCxnSpPr>
            <a:stCxn id="94" idx="3"/>
            <a:endCxn id="87" idx="1"/>
          </p:cNvCxnSpPr>
          <p:nvPr/>
        </p:nvCxnSpPr>
        <p:spPr>
          <a:xfrm flipV="1">
            <a:off x="6804076" y="3661162"/>
            <a:ext cx="948276" cy="92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圓角矩形 20"/>
          <p:cNvSpPr/>
          <p:nvPr/>
        </p:nvSpPr>
        <p:spPr>
          <a:xfrm>
            <a:off x="4650405" y="3418275"/>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F1</a:t>
            </a:r>
            <a:endParaRPr lang="zh-TW" altLang="en-US" dirty="0"/>
          </a:p>
        </p:txBody>
      </p:sp>
      <p:cxnSp>
        <p:nvCxnSpPr>
          <p:cNvPr id="22" name="直線單箭頭接點 21"/>
          <p:cNvCxnSpPr>
            <a:stCxn id="5" idx="3"/>
            <a:endCxn id="21" idx="1"/>
          </p:cNvCxnSpPr>
          <p:nvPr/>
        </p:nvCxnSpPr>
        <p:spPr>
          <a:xfrm flipV="1">
            <a:off x="4102963" y="3661163"/>
            <a:ext cx="547442" cy="3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p:cNvSpPr txBox="1"/>
          <p:nvPr/>
        </p:nvSpPr>
        <p:spPr>
          <a:xfrm>
            <a:off x="5284071" y="3322804"/>
            <a:ext cx="491225" cy="369332"/>
          </a:xfrm>
          <a:prstGeom prst="rect">
            <a:avLst/>
          </a:prstGeom>
          <a:noFill/>
        </p:spPr>
        <p:txBody>
          <a:bodyPr wrap="none" rtlCol="0">
            <a:spAutoFit/>
          </a:bodyPr>
          <a:lstStyle/>
          <a:p>
            <a:r>
              <a:rPr lang="en-US" altLang="zh-TW" dirty="0"/>
              <a:t>yes</a:t>
            </a:r>
            <a:endParaRPr lang="zh-TW" altLang="en-US" dirty="0"/>
          </a:p>
        </p:txBody>
      </p:sp>
      <p:cxnSp>
        <p:nvCxnSpPr>
          <p:cNvPr id="36" name="肘形接點 35"/>
          <p:cNvCxnSpPr>
            <a:stCxn id="21" idx="2"/>
            <a:endCxn id="11" idx="1"/>
          </p:cNvCxnSpPr>
          <p:nvPr/>
        </p:nvCxnSpPr>
        <p:spPr>
          <a:xfrm rot="16200000" flipH="1">
            <a:off x="4935878" y="3927187"/>
            <a:ext cx="547571" cy="501296"/>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直線圖說文字 1 44"/>
          <p:cNvSpPr/>
          <p:nvPr/>
        </p:nvSpPr>
        <p:spPr>
          <a:xfrm>
            <a:off x="2420405" y="2038913"/>
            <a:ext cx="1682558" cy="590055"/>
          </a:xfrm>
          <a:prstGeom prst="borderCallout1">
            <a:avLst>
              <a:gd name="adj1" fmla="val 111502"/>
              <a:gd name="adj2" fmla="val 55109"/>
              <a:gd name="adj3" fmla="val 218144"/>
              <a:gd name="adj4" fmla="val 80804"/>
            </a:avLst>
          </a:prstGeom>
        </p:spPr>
        <p:style>
          <a:lnRef idx="1">
            <a:schemeClr val="dk1"/>
          </a:lnRef>
          <a:fillRef idx="2">
            <a:schemeClr val="dk1"/>
          </a:fillRef>
          <a:effectRef idx="1">
            <a:schemeClr val="dk1"/>
          </a:effectRef>
          <a:fontRef idx="minor">
            <a:schemeClr val="dk1"/>
          </a:fontRef>
        </p:style>
        <p:txBody>
          <a:bodyPr rtlCol="0" anchor="ctr"/>
          <a:lstStyle/>
          <a:p>
            <a:r>
              <a:rPr lang="en-US" altLang="zh-TW" dirty="0"/>
              <a:t>is HTTP request</a:t>
            </a:r>
          </a:p>
        </p:txBody>
      </p:sp>
      <p:sp>
        <p:nvSpPr>
          <p:cNvPr id="46" name="直線圖說文字 1 45"/>
          <p:cNvSpPr/>
          <p:nvPr/>
        </p:nvSpPr>
        <p:spPr>
          <a:xfrm>
            <a:off x="4561614" y="2039225"/>
            <a:ext cx="1519101" cy="590055"/>
          </a:xfrm>
          <a:prstGeom prst="borderCallout1">
            <a:avLst>
              <a:gd name="adj1" fmla="val 111502"/>
              <a:gd name="adj2" fmla="val 55109"/>
              <a:gd name="adj3" fmla="val 216640"/>
              <a:gd name="adj4" fmla="val 28325"/>
            </a:avLst>
          </a:prstGeom>
        </p:spPr>
        <p:style>
          <a:lnRef idx="1">
            <a:schemeClr val="dk1"/>
          </a:lnRef>
          <a:fillRef idx="2">
            <a:schemeClr val="dk1"/>
          </a:fillRef>
          <a:effectRef idx="1">
            <a:schemeClr val="dk1"/>
          </a:effectRef>
          <a:fontRef idx="minor">
            <a:schemeClr val="dk1"/>
          </a:fontRef>
        </p:style>
        <p:txBody>
          <a:bodyPr rtlCol="0" anchor="ctr"/>
          <a:lstStyle/>
          <a:p>
            <a:r>
              <a:rPr lang="en-US" altLang="zh-TW" dirty="0"/>
              <a:t>http host list</a:t>
            </a:r>
          </a:p>
        </p:txBody>
      </p:sp>
    </p:spTree>
    <p:extLst>
      <p:ext uri="{BB962C8B-B14F-4D97-AF65-F5344CB8AC3E}">
        <p14:creationId xmlns:p14="http://schemas.microsoft.com/office/powerpoint/2010/main" val="275964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txBox="1">
            <a:spLocks/>
          </p:cNvSpPr>
          <p:nvPr/>
        </p:nvSpPr>
        <p:spPr>
          <a:xfrm>
            <a:off x="1029028" y="1668048"/>
            <a:ext cx="8997567" cy="4763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&lt;chain id="0"&gt;</a:t>
            </a:r>
          </a:p>
          <a:p>
            <a:pPr marL="0" indent="0">
              <a:buNone/>
            </a:pPr>
            <a:r>
              <a:rPr lang="en-US" altLang="zh-TW" sz="2000" dirty="0"/>
              <a:t>    &lt;in&gt;P6&lt;/in&gt;</a:t>
            </a:r>
          </a:p>
          <a:p>
            <a:pPr marL="0" indent="0">
              <a:buNone/>
            </a:pPr>
            <a:r>
              <a:rPr lang="en-US" altLang="zh-TW" sz="2000" dirty="0"/>
              <a:t>    &lt;fid&gt;F0&lt;/fid&gt;</a:t>
            </a:r>
          </a:p>
          <a:p>
            <a:pPr marL="0" indent="0">
              <a:buNone/>
            </a:pPr>
            <a:r>
              <a:rPr lang="en-US" altLang="zh-TW" sz="2000" dirty="0"/>
              <a:t>    &lt;next type=“match"&gt;</a:t>
            </a:r>
          </a:p>
          <a:p>
            <a:pPr marL="0" indent="0">
              <a:buNone/>
            </a:pPr>
            <a:r>
              <a:rPr lang="en-US" altLang="zh-TW" sz="2000" dirty="0"/>
              <a:t>        &lt;fid&gt;F1&lt;/fid&gt;</a:t>
            </a:r>
          </a:p>
          <a:p>
            <a:pPr marL="0" indent="0">
              <a:buNone/>
            </a:pPr>
            <a:r>
              <a:rPr lang="en-US" altLang="zh-TW" sz="2000" dirty="0"/>
              <a:t>        &lt;out&gt;0&lt;/out&gt;</a:t>
            </a:r>
          </a:p>
          <a:p>
            <a:pPr marL="0" indent="0">
              <a:buNone/>
            </a:pPr>
            <a:r>
              <a:rPr lang="en-US" altLang="zh-TW" sz="2000" dirty="0"/>
              <a:t>        &lt;next type=“</a:t>
            </a:r>
            <a:r>
              <a:rPr lang="en-US" altLang="zh-TW" sz="2000" dirty="0" err="1"/>
              <a:t>notmatch</a:t>
            </a:r>
            <a:r>
              <a:rPr lang="en-US" altLang="zh-TW" sz="2000" dirty="0"/>
              <a:t>"&gt;</a:t>
            </a:r>
          </a:p>
          <a:p>
            <a:pPr marL="0" indent="0">
              <a:buNone/>
            </a:pPr>
            <a:r>
              <a:rPr lang="en-US" altLang="zh-TW" sz="2000" dirty="0"/>
              <a:t>            &lt;out&gt;P7&lt;/out&gt;</a:t>
            </a:r>
          </a:p>
          <a:p>
            <a:pPr marL="0" indent="0">
              <a:buNone/>
            </a:pPr>
            <a:r>
              <a:rPr lang="en-US" altLang="zh-TW" sz="2000" dirty="0"/>
              <a:t>        &lt;/next&gt;       </a:t>
            </a:r>
          </a:p>
          <a:p>
            <a:pPr marL="0" indent="0">
              <a:buNone/>
            </a:pPr>
            <a:r>
              <a:rPr lang="en-US" altLang="zh-TW" sz="2000" dirty="0"/>
              <a:t>    &lt;/next&gt;</a:t>
            </a:r>
          </a:p>
          <a:p>
            <a:pPr marL="0" indent="0">
              <a:buNone/>
            </a:pPr>
            <a:r>
              <a:rPr lang="en-US" altLang="zh-TW" sz="2000" dirty="0"/>
              <a:t>    &lt;next type=“</a:t>
            </a:r>
            <a:r>
              <a:rPr lang="en-US" altLang="zh-TW" sz="2000" dirty="0" err="1"/>
              <a:t>notmatch</a:t>
            </a:r>
            <a:r>
              <a:rPr lang="en-US" altLang="zh-TW" sz="2000" dirty="0"/>
              <a:t>"&gt;</a:t>
            </a:r>
          </a:p>
          <a:p>
            <a:pPr marL="0" indent="0">
              <a:buNone/>
            </a:pPr>
            <a:r>
              <a:rPr lang="en-US" altLang="zh-TW" sz="2000" dirty="0"/>
              <a:t>        &lt;out&gt;P7&lt;/out&gt;</a:t>
            </a:r>
          </a:p>
        </p:txBody>
      </p:sp>
      <p:sp>
        <p:nvSpPr>
          <p:cNvPr id="7" name="標題 1"/>
          <p:cNvSpPr>
            <a:spLocks noGrp="1"/>
          </p:cNvSpPr>
          <p:nvPr>
            <p:ph type="title"/>
          </p:nvPr>
        </p:nvSpPr>
        <p:spPr>
          <a:xfrm>
            <a:off x="838201" y="342485"/>
            <a:ext cx="10515600" cy="1325563"/>
          </a:xfrm>
        </p:spPr>
        <p:txBody>
          <a:bodyPr/>
          <a:lstStyle/>
          <a:p>
            <a:r>
              <a:rPr lang="en-US" altLang="zh-TW" dirty="0"/>
              <a:t>&lt;chain&gt;</a:t>
            </a:r>
            <a:endParaRPr lang="zh-TW" altLang="en-US" dirty="0"/>
          </a:p>
        </p:txBody>
      </p:sp>
      <p:sp>
        <p:nvSpPr>
          <p:cNvPr id="6" name="直線圖說文字 1 5"/>
          <p:cNvSpPr/>
          <p:nvPr/>
        </p:nvSpPr>
        <p:spPr>
          <a:xfrm>
            <a:off x="4672402" y="3341924"/>
            <a:ext cx="6825662" cy="2524385"/>
          </a:xfrm>
          <a:prstGeom prst="borderCallout1">
            <a:avLst>
              <a:gd name="adj1" fmla="val 37403"/>
              <a:gd name="adj2" fmla="val -3292"/>
              <a:gd name="adj3" fmla="val 6088"/>
              <a:gd name="adj4" fmla="val -23236"/>
            </a:avLst>
          </a:prstGeom>
        </p:spPr>
        <p:style>
          <a:lnRef idx="1">
            <a:schemeClr val="dk1"/>
          </a:lnRef>
          <a:fillRef idx="2">
            <a:schemeClr val="dk1"/>
          </a:fillRef>
          <a:effectRef idx="1">
            <a:schemeClr val="dk1"/>
          </a:effectRef>
          <a:fontRef idx="minor">
            <a:schemeClr val="dk1"/>
          </a:fontRef>
        </p:style>
        <p:txBody>
          <a:bodyPr rtlCol="0" anchor="ctr"/>
          <a:lstStyle/>
          <a:p>
            <a:r>
              <a:rPr lang="en-US" altLang="zh-TW" dirty="0"/>
              <a:t> &lt;filter id="1" name=“http host list" </a:t>
            </a:r>
            <a:r>
              <a:rPr lang="en-US" altLang="zh-TW" dirty="0" err="1"/>
              <a:t>sessionBase</a:t>
            </a:r>
            <a:r>
              <a:rPr lang="en-US" altLang="zh-TW" dirty="0"/>
              <a:t>="no"&gt;</a:t>
            </a:r>
          </a:p>
          <a:p>
            <a:r>
              <a:rPr lang="en-US" altLang="zh-TW" dirty="0"/>
              <a:t>        &lt;or&gt;</a:t>
            </a:r>
          </a:p>
          <a:p>
            <a:r>
              <a:rPr lang="en-US" altLang="zh-TW" dirty="0"/>
              <a:t>          &lt;find id="4" name="regex" relation="==" content="{s}\/.*Host: 1234\.review" /&gt;</a:t>
            </a:r>
          </a:p>
          <a:p>
            <a:r>
              <a:rPr lang="en-US" altLang="zh-TW" dirty="0"/>
              <a:t>          &lt;find id="5" name="regex" relation="==" content="{s}\/.*Host: 5678\.review" /&gt;</a:t>
            </a:r>
          </a:p>
          <a:p>
            <a:r>
              <a:rPr lang="en-US" altLang="zh-TW" dirty="0"/>
              <a:t>….</a:t>
            </a:r>
            <a:r>
              <a:rPr lang="zh-TW" altLang="en-US" dirty="0"/>
              <a:t> </a:t>
            </a:r>
            <a:r>
              <a:rPr lang="en-US" altLang="zh-TW" dirty="0"/>
              <a:t>More than tens of thousands</a:t>
            </a:r>
            <a:endParaRPr lang="zh-TW" altLang="en-US" dirty="0"/>
          </a:p>
        </p:txBody>
      </p:sp>
      <p:sp>
        <p:nvSpPr>
          <p:cNvPr id="8" name="直線圖說文字 1 7"/>
          <p:cNvSpPr/>
          <p:nvPr/>
        </p:nvSpPr>
        <p:spPr>
          <a:xfrm>
            <a:off x="4672401" y="988994"/>
            <a:ext cx="6825662" cy="1515992"/>
          </a:xfrm>
          <a:prstGeom prst="borderCallout1">
            <a:avLst>
              <a:gd name="adj1" fmla="val 37403"/>
              <a:gd name="adj2" fmla="val -3292"/>
              <a:gd name="adj3" fmla="val 106732"/>
              <a:gd name="adj4" fmla="val -25802"/>
            </a:avLst>
          </a:prstGeom>
        </p:spPr>
        <p:style>
          <a:lnRef idx="1">
            <a:schemeClr val="dk1"/>
          </a:lnRef>
          <a:fillRef idx="2">
            <a:schemeClr val="dk1"/>
          </a:fillRef>
          <a:effectRef idx="1">
            <a:schemeClr val="dk1"/>
          </a:effectRef>
          <a:fontRef idx="minor">
            <a:schemeClr val="dk1"/>
          </a:fontRef>
        </p:style>
        <p:txBody>
          <a:bodyPr rtlCol="0" anchor="ctr"/>
          <a:lstStyle/>
          <a:p>
            <a:r>
              <a:rPr lang="en-US" altLang="zh-TW" dirty="0"/>
              <a:t> &lt;filter id=“0" name=“http request(GET,POST,...)" </a:t>
            </a:r>
            <a:r>
              <a:rPr lang="en-US" altLang="zh-TW" dirty="0" err="1"/>
              <a:t>sessionBase</a:t>
            </a:r>
            <a:r>
              <a:rPr lang="en-US" altLang="zh-TW" dirty="0"/>
              <a:t>="no"&gt;</a:t>
            </a:r>
          </a:p>
          <a:p>
            <a:r>
              <a:rPr lang="en-US" altLang="zh-TW" dirty="0"/>
              <a:t>        &lt;or&gt;</a:t>
            </a:r>
          </a:p>
          <a:p>
            <a:r>
              <a:rPr lang="en-US" altLang="zh-TW" dirty="0"/>
              <a:t>            &lt;find name="</a:t>
            </a:r>
            <a:r>
              <a:rPr lang="en-US" altLang="zh-TW" dirty="0" err="1"/>
              <a:t>http.request</a:t>
            </a:r>
            <a:r>
              <a:rPr lang="en-US" altLang="zh-TW" dirty="0"/>
              <a:t>" relation="==" content="" /&gt;</a:t>
            </a:r>
          </a:p>
          <a:p>
            <a:r>
              <a:rPr lang="en-US" altLang="zh-TW" dirty="0"/>
              <a:t>        &lt;or&gt;</a:t>
            </a:r>
          </a:p>
          <a:p>
            <a:r>
              <a:rPr lang="en-US" altLang="zh-TW" dirty="0"/>
              <a:t>&lt;/filter&gt;</a:t>
            </a:r>
          </a:p>
        </p:txBody>
      </p:sp>
    </p:spTree>
    <p:extLst>
      <p:ext uri="{BB962C8B-B14F-4D97-AF65-F5344CB8AC3E}">
        <p14:creationId xmlns:p14="http://schemas.microsoft.com/office/powerpoint/2010/main" val="4235147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txBox="1">
            <a:spLocks/>
          </p:cNvSpPr>
          <p:nvPr/>
        </p:nvSpPr>
        <p:spPr>
          <a:xfrm>
            <a:off x="1029028" y="1668048"/>
            <a:ext cx="8997567" cy="47630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&lt;/next&gt;</a:t>
            </a:r>
          </a:p>
          <a:p>
            <a:pPr marL="0" indent="0">
              <a:buNone/>
            </a:pPr>
            <a:r>
              <a:rPr lang="en-US" altLang="zh-TW" sz="2000" dirty="0"/>
              <a:t>&lt;/chain&gt;</a:t>
            </a:r>
          </a:p>
          <a:p>
            <a:pPr marL="0" indent="0">
              <a:buNone/>
            </a:pPr>
            <a:r>
              <a:rPr lang="en-US" altLang="zh-TW" sz="2000" dirty="0"/>
              <a:t>&lt;chain id=“1"&gt;</a:t>
            </a:r>
          </a:p>
          <a:p>
            <a:pPr marL="0" indent="0">
              <a:buNone/>
            </a:pPr>
            <a:r>
              <a:rPr lang="en-US" altLang="zh-TW" sz="2000" dirty="0"/>
              <a:t>    &lt;in&gt;P7&lt;/in&gt;    </a:t>
            </a:r>
          </a:p>
          <a:p>
            <a:pPr marL="0" indent="0">
              <a:buNone/>
            </a:pPr>
            <a:r>
              <a:rPr lang="en-US" altLang="zh-TW" sz="2000" dirty="0"/>
              <a:t>    &lt;out&gt;P6&lt;/out&gt;</a:t>
            </a:r>
          </a:p>
          <a:p>
            <a:pPr marL="0" indent="0">
              <a:buNone/>
            </a:pPr>
            <a:r>
              <a:rPr lang="en-US" altLang="zh-TW" sz="2000" dirty="0"/>
              <a:t>&lt;/chain&gt;</a:t>
            </a:r>
            <a:endParaRPr lang="zh-TW" altLang="en-US" sz="2000" dirty="0"/>
          </a:p>
          <a:p>
            <a:pPr marL="0" indent="0">
              <a:buNone/>
            </a:pPr>
            <a:endParaRPr lang="zh-TW" altLang="en-US" sz="1800" dirty="0"/>
          </a:p>
        </p:txBody>
      </p:sp>
      <p:sp>
        <p:nvSpPr>
          <p:cNvPr id="7" name="標題 1"/>
          <p:cNvSpPr>
            <a:spLocks noGrp="1"/>
          </p:cNvSpPr>
          <p:nvPr>
            <p:ph type="title"/>
          </p:nvPr>
        </p:nvSpPr>
        <p:spPr>
          <a:xfrm>
            <a:off x="838201" y="342485"/>
            <a:ext cx="10515600" cy="1325563"/>
          </a:xfrm>
        </p:spPr>
        <p:txBody>
          <a:bodyPr/>
          <a:lstStyle/>
          <a:p>
            <a:r>
              <a:rPr lang="en-US" altLang="zh-TW" dirty="0"/>
              <a:t>&lt;chain&gt; (cont.)</a:t>
            </a:r>
            <a:endParaRPr lang="zh-TW" altLang="en-US" dirty="0"/>
          </a:p>
        </p:txBody>
      </p:sp>
    </p:spTree>
    <p:extLst>
      <p:ext uri="{BB962C8B-B14F-4D97-AF65-F5344CB8AC3E}">
        <p14:creationId xmlns:p14="http://schemas.microsoft.com/office/powerpoint/2010/main" val="34842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a:t>
            </a:r>
            <a:r>
              <a:rPr lang="en-US" altLang="zh-TW" dirty="0" err="1"/>
              <a:t>inlne</a:t>
            </a:r>
            <a:r>
              <a:rPr lang="zh-TW" altLang="en-US" dirty="0"/>
              <a:t> </a:t>
            </a:r>
            <a:r>
              <a:rPr lang="en-US" altLang="zh-TW" dirty="0"/>
              <a:t>block</a:t>
            </a:r>
            <a:r>
              <a:rPr lang="zh-TW" altLang="en-US" dirty="0"/>
              <a:t> </a:t>
            </a:r>
            <a:r>
              <a:rPr lang="en-US" altLang="zh-TW" dirty="0"/>
              <a:t>IP/domain</a:t>
            </a:r>
            <a:r>
              <a:rPr lang="zh-TW" altLang="en-US" dirty="0"/>
              <a:t> </a:t>
            </a:r>
            <a:r>
              <a:rPr lang="en-US" altLang="zh-TW" dirty="0"/>
              <a:t>black</a:t>
            </a:r>
            <a:r>
              <a:rPr lang="zh-TW" altLang="en-US" dirty="0"/>
              <a:t> </a:t>
            </a:r>
            <a:r>
              <a:rPr lang="en-US" altLang="zh-TW" dirty="0"/>
              <a:t>list</a:t>
            </a:r>
            <a:endParaRPr lang="zh-TW" altLang="en-US" dirty="0"/>
          </a:p>
        </p:txBody>
      </p:sp>
      <p:sp>
        <p:nvSpPr>
          <p:cNvPr id="4" name="流程圖: 程序 3"/>
          <p:cNvSpPr/>
          <p:nvPr/>
        </p:nvSpPr>
        <p:spPr>
          <a:xfrm>
            <a:off x="2363888" y="2840240"/>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P0</a:t>
            </a:r>
            <a:endParaRPr lang="zh-TW" altLang="en-US" dirty="0">
              <a:solidFill>
                <a:schemeClr val="tx1"/>
              </a:solidFill>
            </a:endParaRPr>
          </a:p>
        </p:txBody>
      </p:sp>
      <p:sp>
        <p:nvSpPr>
          <p:cNvPr id="5" name="圓角矩形 4"/>
          <p:cNvSpPr/>
          <p:nvPr/>
        </p:nvSpPr>
        <p:spPr>
          <a:xfrm>
            <a:off x="3534227" y="2831333"/>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F1</a:t>
            </a:r>
            <a:endParaRPr lang="zh-TW" altLang="en-US" dirty="0"/>
          </a:p>
        </p:txBody>
      </p:sp>
      <p:cxnSp>
        <p:nvCxnSpPr>
          <p:cNvPr id="6" name="直線單箭頭接點 5"/>
          <p:cNvCxnSpPr>
            <a:stCxn id="4" idx="3"/>
            <a:endCxn id="5" idx="1"/>
          </p:cNvCxnSpPr>
          <p:nvPr/>
        </p:nvCxnSpPr>
        <p:spPr>
          <a:xfrm flipV="1">
            <a:off x="2986785" y="3074221"/>
            <a:ext cx="547442" cy="89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流程圖: 程序 10"/>
          <p:cNvSpPr/>
          <p:nvPr/>
        </p:nvSpPr>
        <p:spPr>
          <a:xfrm>
            <a:off x="4739118" y="4454844"/>
            <a:ext cx="62040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P1</a:t>
            </a:r>
            <a:endParaRPr lang="zh-TW" altLang="en-US" dirty="0">
              <a:solidFill>
                <a:schemeClr val="tx1"/>
              </a:solidFill>
            </a:endParaRPr>
          </a:p>
        </p:txBody>
      </p:sp>
      <p:cxnSp>
        <p:nvCxnSpPr>
          <p:cNvPr id="13" name="肘形接點 12"/>
          <p:cNvCxnSpPr>
            <a:stCxn id="18" idx="2"/>
            <a:endCxn id="11" idx="1"/>
          </p:cNvCxnSpPr>
          <p:nvPr/>
        </p:nvCxnSpPr>
        <p:spPr>
          <a:xfrm rot="16200000" flipH="1">
            <a:off x="4081986" y="4040598"/>
            <a:ext cx="417983" cy="896281"/>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4081669" y="2713795"/>
            <a:ext cx="491225" cy="369332"/>
          </a:xfrm>
          <a:prstGeom prst="rect">
            <a:avLst/>
          </a:prstGeom>
          <a:noFill/>
        </p:spPr>
        <p:txBody>
          <a:bodyPr wrap="none" rtlCol="0">
            <a:spAutoFit/>
          </a:bodyPr>
          <a:lstStyle/>
          <a:p>
            <a:r>
              <a:rPr lang="en-US" altLang="zh-TW" dirty="0"/>
              <a:t>yes</a:t>
            </a:r>
            <a:endParaRPr lang="zh-TW" altLang="en-US" dirty="0"/>
          </a:p>
        </p:txBody>
      </p:sp>
      <p:sp>
        <p:nvSpPr>
          <p:cNvPr id="32" name="文字方塊 31"/>
          <p:cNvSpPr txBox="1"/>
          <p:nvPr/>
        </p:nvSpPr>
        <p:spPr>
          <a:xfrm>
            <a:off x="3439413" y="3334452"/>
            <a:ext cx="428322" cy="369332"/>
          </a:xfrm>
          <a:prstGeom prst="rect">
            <a:avLst/>
          </a:prstGeom>
          <a:noFill/>
        </p:spPr>
        <p:txBody>
          <a:bodyPr wrap="none" rtlCol="0">
            <a:spAutoFit/>
          </a:bodyPr>
          <a:lstStyle/>
          <a:p>
            <a:r>
              <a:rPr lang="en-US" altLang="zh-TW" dirty="0"/>
              <a:t>no</a:t>
            </a:r>
            <a:endParaRPr lang="zh-TW" altLang="en-US" dirty="0"/>
          </a:p>
        </p:txBody>
      </p:sp>
      <p:sp>
        <p:nvSpPr>
          <p:cNvPr id="33" name="流程圖: 程序 32"/>
          <p:cNvSpPr/>
          <p:nvPr/>
        </p:nvSpPr>
        <p:spPr>
          <a:xfrm>
            <a:off x="2363887" y="5079459"/>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P1</a:t>
            </a:r>
            <a:endParaRPr lang="zh-TW" altLang="en-US" dirty="0">
              <a:solidFill>
                <a:schemeClr val="tx1"/>
              </a:solidFill>
            </a:endParaRPr>
          </a:p>
        </p:txBody>
      </p:sp>
      <p:cxnSp>
        <p:nvCxnSpPr>
          <p:cNvPr id="35" name="直線單箭頭接點 34"/>
          <p:cNvCxnSpPr>
            <a:stCxn id="33" idx="3"/>
            <a:endCxn id="47" idx="1"/>
          </p:cNvCxnSpPr>
          <p:nvPr/>
        </p:nvCxnSpPr>
        <p:spPr>
          <a:xfrm>
            <a:off x="2986784" y="5322346"/>
            <a:ext cx="175233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流程圖: 程序 46"/>
          <p:cNvSpPr/>
          <p:nvPr/>
        </p:nvSpPr>
        <p:spPr>
          <a:xfrm>
            <a:off x="4739118" y="5079459"/>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P0</a:t>
            </a:r>
            <a:endParaRPr lang="zh-TW" altLang="en-US" dirty="0">
              <a:solidFill>
                <a:schemeClr val="tx1"/>
              </a:solidFill>
            </a:endParaRPr>
          </a:p>
        </p:txBody>
      </p:sp>
      <p:cxnSp>
        <p:nvCxnSpPr>
          <p:cNvPr id="74" name="直線單箭頭接點 73"/>
          <p:cNvCxnSpPr>
            <a:stCxn id="5" idx="3"/>
            <a:endCxn id="21" idx="1"/>
          </p:cNvCxnSpPr>
          <p:nvPr/>
        </p:nvCxnSpPr>
        <p:spPr>
          <a:xfrm flipV="1">
            <a:off x="4151447" y="3074220"/>
            <a:ext cx="607289"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圓角矩形 17"/>
          <p:cNvSpPr/>
          <p:nvPr/>
        </p:nvSpPr>
        <p:spPr>
          <a:xfrm>
            <a:off x="3534227" y="3793973"/>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F2</a:t>
            </a:r>
            <a:endParaRPr lang="zh-TW" altLang="en-US" dirty="0"/>
          </a:p>
        </p:txBody>
      </p:sp>
      <p:sp>
        <p:nvSpPr>
          <p:cNvPr id="19" name="文字方塊 18"/>
          <p:cNvSpPr txBox="1"/>
          <p:nvPr/>
        </p:nvSpPr>
        <p:spPr>
          <a:xfrm>
            <a:off x="4118170" y="3703784"/>
            <a:ext cx="491225" cy="369332"/>
          </a:xfrm>
          <a:prstGeom prst="rect">
            <a:avLst/>
          </a:prstGeom>
          <a:noFill/>
        </p:spPr>
        <p:txBody>
          <a:bodyPr wrap="none" rtlCol="0">
            <a:spAutoFit/>
          </a:bodyPr>
          <a:lstStyle/>
          <a:p>
            <a:r>
              <a:rPr lang="en-US" altLang="zh-TW" dirty="0"/>
              <a:t>yes</a:t>
            </a:r>
            <a:endParaRPr lang="zh-TW" altLang="en-US" dirty="0"/>
          </a:p>
        </p:txBody>
      </p:sp>
      <p:sp>
        <p:nvSpPr>
          <p:cNvPr id="21" name="流程圖: 程序 20"/>
          <p:cNvSpPr/>
          <p:nvPr/>
        </p:nvSpPr>
        <p:spPr>
          <a:xfrm>
            <a:off x="4758736" y="2799643"/>
            <a:ext cx="741740" cy="54915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rgbClr val="FF0000"/>
                </a:solidFill>
              </a:rPr>
              <a:t>0</a:t>
            </a:r>
          </a:p>
          <a:p>
            <a:pPr algn="ctr"/>
            <a:r>
              <a:rPr lang="en-US" altLang="zh-TW" sz="1200" dirty="0">
                <a:solidFill>
                  <a:schemeClr val="tx1"/>
                </a:solidFill>
              </a:rPr>
              <a:t>(DROP)</a:t>
            </a:r>
            <a:endParaRPr lang="zh-TW" altLang="en-US" sz="1200" dirty="0">
              <a:solidFill>
                <a:schemeClr val="tx1"/>
              </a:solidFill>
            </a:endParaRPr>
          </a:p>
        </p:txBody>
      </p:sp>
      <p:cxnSp>
        <p:nvCxnSpPr>
          <p:cNvPr id="24" name="直線單箭頭接點 23"/>
          <p:cNvCxnSpPr>
            <a:stCxn id="5" idx="2"/>
            <a:endCxn id="18" idx="0"/>
          </p:cNvCxnSpPr>
          <p:nvPr/>
        </p:nvCxnSpPr>
        <p:spPr>
          <a:xfrm>
            <a:off x="3842837" y="3317108"/>
            <a:ext cx="0" cy="47686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字方塊 29"/>
          <p:cNvSpPr txBox="1"/>
          <p:nvPr/>
        </p:nvSpPr>
        <p:spPr>
          <a:xfrm>
            <a:off x="3439413" y="4260432"/>
            <a:ext cx="428322" cy="369332"/>
          </a:xfrm>
          <a:prstGeom prst="rect">
            <a:avLst/>
          </a:prstGeom>
          <a:noFill/>
        </p:spPr>
        <p:txBody>
          <a:bodyPr wrap="none" rtlCol="0">
            <a:spAutoFit/>
          </a:bodyPr>
          <a:lstStyle/>
          <a:p>
            <a:r>
              <a:rPr lang="en-US" altLang="zh-TW" dirty="0"/>
              <a:t>no</a:t>
            </a:r>
            <a:endParaRPr lang="zh-TW" altLang="en-US" dirty="0"/>
          </a:p>
        </p:txBody>
      </p:sp>
      <p:sp>
        <p:nvSpPr>
          <p:cNvPr id="15" name="文字方塊 14"/>
          <p:cNvSpPr txBox="1"/>
          <p:nvPr/>
        </p:nvSpPr>
        <p:spPr>
          <a:xfrm>
            <a:off x="6294268" y="3846708"/>
            <a:ext cx="1562287" cy="646331"/>
          </a:xfrm>
          <a:prstGeom prst="rect">
            <a:avLst/>
          </a:prstGeom>
          <a:noFill/>
        </p:spPr>
        <p:txBody>
          <a:bodyPr wrap="none" rtlCol="0">
            <a:spAutoFit/>
          </a:bodyPr>
          <a:lstStyle/>
          <a:p>
            <a:r>
              <a:rPr lang="en-US" altLang="zh-TW" dirty="0"/>
              <a:t>F1: IP black</a:t>
            </a:r>
            <a:r>
              <a:rPr lang="zh-TW" altLang="en-US" dirty="0"/>
              <a:t> </a:t>
            </a:r>
            <a:r>
              <a:rPr lang="en-US" altLang="zh-TW" dirty="0"/>
              <a:t>list</a:t>
            </a:r>
          </a:p>
          <a:p>
            <a:r>
              <a:rPr lang="en-US" altLang="zh-TW" dirty="0"/>
              <a:t>F2: domain</a:t>
            </a:r>
            <a:r>
              <a:rPr lang="zh-TW" altLang="en-US" dirty="0"/>
              <a:t> </a:t>
            </a:r>
            <a:r>
              <a:rPr lang="en-US" altLang="zh-TW" dirty="0"/>
              <a:t>list</a:t>
            </a:r>
          </a:p>
        </p:txBody>
      </p:sp>
      <p:cxnSp>
        <p:nvCxnSpPr>
          <p:cNvPr id="34" name="肘形接點 33"/>
          <p:cNvCxnSpPr>
            <a:stCxn id="18" idx="3"/>
            <a:endCxn id="21" idx="2"/>
          </p:cNvCxnSpPr>
          <p:nvPr/>
        </p:nvCxnSpPr>
        <p:spPr>
          <a:xfrm flipV="1">
            <a:off x="4151447" y="3348797"/>
            <a:ext cx="978159" cy="688064"/>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流程圖: 程序 21">
            <a:extLst>
              <a:ext uri="{FF2B5EF4-FFF2-40B4-BE49-F238E27FC236}">
                <a16:creationId xmlns:a16="http://schemas.microsoft.com/office/drawing/2014/main" id="{3A1026BB-D3A4-43E5-A320-2F070DBAB3B4}"/>
              </a:ext>
            </a:extLst>
          </p:cNvPr>
          <p:cNvSpPr/>
          <p:nvPr/>
        </p:nvSpPr>
        <p:spPr>
          <a:xfrm>
            <a:off x="6460578" y="2716260"/>
            <a:ext cx="1310741" cy="728661"/>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syslog Collector</a:t>
            </a:r>
            <a:endParaRPr lang="zh-TW" altLang="en-US" dirty="0">
              <a:solidFill>
                <a:schemeClr val="tx1"/>
              </a:solidFill>
            </a:endParaRPr>
          </a:p>
        </p:txBody>
      </p:sp>
      <p:sp>
        <p:nvSpPr>
          <p:cNvPr id="23" name="文字方塊 22">
            <a:extLst>
              <a:ext uri="{FF2B5EF4-FFF2-40B4-BE49-F238E27FC236}">
                <a16:creationId xmlns:a16="http://schemas.microsoft.com/office/drawing/2014/main" id="{F0D5FE8E-3042-4B4D-9F10-44CDF2E69A1B}"/>
              </a:ext>
            </a:extLst>
          </p:cNvPr>
          <p:cNvSpPr txBox="1"/>
          <p:nvPr/>
        </p:nvSpPr>
        <p:spPr>
          <a:xfrm>
            <a:off x="5579984" y="2742233"/>
            <a:ext cx="745845" cy="369332"/>
          </a:xfrm>
          <a:prstGeom prst="rect">
            <a:avLst/>
          </a:prstGeom>
          <a:noFill/>
        </p:spPr>
        <p:txBody>
          <a:bodyPr wrap="none" rtlCol="0">
            <a:spAutoFit/>
          </a:bodyPr>
          <a:lstStyle/>
          <a:p>
            <a:r>
              <a:rPr lang="en-US" altLang="zh-TW" dirty="0"/>
              <a:t>syslog</a:t>
            </a:r>
            <a:endParaRPr lang="zh-TW" altLang="en-US" dirty="0"/>
          </a:p>
        </p:txBody>
      </p:sp>
      <p:cxnSp>
        <p:nvCxnSpPr>
          <p:cNvPr id="25" name="直線單箭頭接點 24">
            <a:extLst>
              <a:ext uri="{FF2B5EF4-FFF2-40B4-BE49-F238E27FC236}">
                <a16:creationId xmlns:a16="http://schemas.microsoft.com/office/drawing/2014/main" id="{23370E73-06E6-44DA-A50E-5049E895B2C7}"/>
              </a:ext>
            </a:extLst>
          </p:cNvPr>
          <p:cNvCxnSpPr>
            <a:endCxn id="22" idx="1"/>
          </p:cNvCxnSpPr>
          <p:nvPr/>
        </p:nvCxnSpPr>
        <p:spPr>
          <a:xfrm flipV="1">
            <a:off x="5512302" y="3080591"/>
            <a:ext cx="948276" cy="92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545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txBox="1">
            <a:spLocks/>
          </p:cNvSpPr>
          <p:nvPr/>
        </p:nvSpPr>
        <p:spPr>
          <a:xfrm>
            <a:off x="762698" y="287250"/>
            <a:ext cx="10867050" cy="63532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&lt;chain id="0"&gt;</a:t>
            </a:r>
          </a:p>
          <a:p>
            <a:pPr marL="0" indent="0">
              <a:buNone/>
            </a:pPr>
            <a:r>
              <a:rPr lang="en-US" altLang="zh-TW" sz="2000" dirty="0"/>
              <a:t>    &lt;in&gt;P0&lt;/in&gt;</a:t>
            </a:r>
          </a:p>
          <a:p>
            <a:pPr marL="0" indent="0">
              <a:buNone/>
            </a:pPr>
            <a:r>
              <a:rPr lang="en-US" altLang="zh-TW" sz="2000" dirty="0"/>
              <a:t>    &lt;fid&gt;F1&lt;/fid&gt;</a:t>
            </a:r>
          </a:p>
          <a:p>
            <a:pPr marL="0" indent="0">
              <a:buNone/>
            </a:pPr>
            <a:r>
              <a:rPr lang="en-US" altLang="zh-TW" sz="2000" dirty="0"/>
              <a:t>    &lt;out&gt;0&lt;/out&gt;</a:t>
            </a:r>
          </a:p>
          <a:p>
            <a:pPr marL="0" indent="0">
              <a:buNone/>
            </a:pPr>
            <a:r>
              <a:rPr lang="en-US" altLang="zh-TW" sz="2000" dirty="0"/>
              <a:t>    &lt;next type=“</a:t>
            </a:r>
            <a:r>
              <a:rPr lang="en-US" altLang="zh-TW" sz="2000" dirty="0" err="1"/>
              <a:t>notmatch</a:t>
            </a:r>
            <a:r>
              <a:rPr lang="en-US" altLang="zh-TW" sz="2000" dirty="0"/>
              <a:t>"&gt;</a:t>
            </a:r>
          </a:p>
          <a:p>
            <a:pPr marL="0" indent="0">
              <a:buNone/>
            </a:pPr>
            <a:r>
              <a:rPr lang="en-US" altLang="zh-TW" sz="2000" dirty="0"/>
              <a:t>        &lt;fid&gt;F2&lt;/fid&gt;</a:t>
            </a:r>
          </a:p>
          <a:p>
            <a:pPr marL="0" indent="0">
              <a:buNone/>
            </a:pPr>
            <a:r>
              <a:rPr lang="en-US" altLang="zh-TW" sz="2000" dirty="0"/>
              <a:t>        &lt;out&gt;0&lt;/out&gt;</a:t>
            </a:r>
          </a:p>
          <a:p>
            <a:pPr marL="0" indent="0">
              <a:buNone/>
            </a:pPr>
            <a:r>
              <a:rPr lang="en-US" altLang="zh-TW" sz="2000" dirty="0"/>
              <a:t>        &lt;next type=“</a:t>
            </a:r>
            <a:r>
              <a:rPr lang="en-US" altLang="zh-TW" sz="2000" dirty="0" err="1"/>
              <a:t>notmatch</a:t>
            </a:r>
            <a:r>
              <a:rPr lang="en-US" altLang="zh-TW" sz="2000" dirty="0"/>
              <a:t>"&gt;</a:t>
            </a:r>
          </a:p>
          <a:p>
            <a:pPr marL="0" indent="0">
              <a:buNone/>
            </a:pPr>
            <a:r>
              <a:rPr lang="en-US" altLang="zh-TW" sz="2000" dirty="0"/>
              <a:t>            &lt;out&gt;P1&lt;/out&gt;</a:t>
            </a:r>
          </a:p>
          <a:p>
            <a:pPr marL="0" indent="0">
              <a:buNone/>
            </a:pPr>
            <a:r>
              <a:rPr lang="en-US" altLang="zh-TW" sz="2000" dirty="0"/>
              <a:t>        &lt;/next&gt;</a:t>
            </a:r>
          </a:p>
          <a:p>
            <a:pPr marL="0" indent="0">
              <a:buNone/>
            </a:pPr>
            <a:r>
              <a:rPr lang="en-US" altLang="zh-TW" sz="2000" dirty="0"/>
              <a:t>    &lt;/next&gt;</a:t>
            </a:r>
          </a:p>
          <a:p>
            <a:pPr marL="0" indent="0">
              <a:buNone/>
            </a:pPr>
            <a:r>
              <a:rPr lang="en-US" altLang="zh-TW" sz="2000" dirty="0"/>
              <a:t>&lt;/chain&gt;</a:t>
            </a:r>
          </a:p>
          <a:p>
            <a:pPr marL="0" indent="0">
              <a:buNone/>
            </a:pPr>
            <a:r>
              <a:rPr lang="en-US" altLang="zh-TW" sz="2000" dirty="0"/>
              <a:t>&lt;chain id=“1"&gt;</a:t>
            </a:r>
          </a:p>
          <a:p>
            <a:pPr marL="0" indent="0">
              <a:buNone/>
            </a:pPr>
            <a:r>
              <a:rPr lang="en-US" altLang="zh-TW" sz="2000" dirty="0"/>
              <a:t>    &lt;in&gt;P1&lt;/in&gt;    </a:t>
            </a:r>
          </a:p>
          <a:p>
            <a:pPr marL="0" indent="0">
              <a:buNone/>
            </a:pPr>
            <a:r>
              <a:rPr lang="en-US" altLang="zh-TW" sz="2000" dirty="0"/>
              <a:t>    &lt;out&gt;P0&lt;/out&gt;</a:t>
            </a:r>
          </a:p>
          <a:p>
            <a:pPr marL="0" indent="0">
              <a:buNone/>
            </a:pPr>
            <a:r>
              <a:rPr lang="en-US" altLang="zh-TW" sz="2000" dirty="0"/>
              <a:t>&lt;/chain&gt;</a:t>
            </a:r>
            <a:endParaRPr lang="zh-TW" altLang="en-US" sz="2000" dirty="0"/>
          </a:p>
          <a:p>
            <a:pPr marL="0" indent="0">
              <a:buNone/>
            </a:pPr>
            <a:endParaRPr lang="zh-TW" altLang="en-US" sz="2000" dirty="0"/>
          </a:p>
        </p:txBody>
      </p:sp>
      <p:sp>
        <p:nvSpPr>
          <p:cNvPr id="6" name="直線圖說文字 1 5"/>
          <p:cNvSpPr/>
          <p:nvPr/>
        </p:nvSpPr>
        <p:spPr>
          <a:xfrm>
            <a:off x="4361683" y="456681"/>
            <a:ext cx="7016489" cy="2524385"/>
          </a:xfrm>
          <a:prstGeom prst="borderCallout1">
            <a:avLst>
              <a:gd name="adj1" fmla="val 35996"/>
              <a:gd name="adj2" fmla="val -1268"/>
              <a:gd name="adj3" fmla="val 31409"/>
              <a:gd name="adj4" fmla="val -26019"/>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TW" dirty="0"/>
              <a:t> &lt;filter id="1" name="</a:t>
            </a:r>
            <a:r>
              <a:rPr lang="en-US" altLang="zh-TW" dirty="0" err="1"/>
              <a:t>ip</a:t>
            </a:r>
            <a:r>
              <a:rPr lang="en-US" altLang="zh-TW" dirty="0"/>
              <a:t> list" </a:t>
            </a:r>
            <a:r>
              <a:rPr lang="en-US" altLang="zh-TW" dirty="0" err="1"/>
              <a:t>matchedlog</a:t>
            </a:r>
            <a:r>
              <a:rPr lang="en-US" altLang="zh-TW" dirty="0"/>
              <a:t>=“yes”&gt;</a:t>
            </a:r>
          </a:p>
          <a:p>
            <a:r>
              <a:rPr lang="en-US" altLang="zh-TW" dirty="0"/>
              <a:t>        &lt;or&gt;</a:t>
            </a:r>
          </a:p>
          <a:p>
            <a:r>
              <a:rPr lang="en-US" altLang="zh-TW" dirty="0"/>
              <a:t>          &lt;find name="</a:t>
            </a:r>
            <a:r>
              <a:rPr lang="en-US" altLang="zh-TW" dirty="0" err="1"/>
              <a:t>ip.addr</a:t>
            </a:r>
            <a:r>
              <a:rPr lang="en-US" altLang="zh-TW" dirty="0"/>
              <a:t>" relation="==" content="110.250.158.62" /&gt;</a:t>
            </a:r>
          </a:p>
          <a:p>
            <a:r>
              <a:rPr lang="en-US" altLang="zh-TW" dirty="0"/>
              <a:t>          &lt;find name="</a:t>
            </a:r>
            <a:r>
              <a:rPr lang="en-US" altLang="zh-TW" dirty="0" err="1"/>
              <a:t>ip.addr</a:t>
            </a:r>
            <a:r>
              <a:rPr lang="en-US" altLang="zh-TW" dirty="0"/>
              <a:t>" relation="==" content="113.128.212.234" /&gt;</a:t>
            </a:r>
          </a:p>
          <a:p>
            <a:r>
              <a:rPr lang="en-US" altLang="zh-TW" dirty="0"/>
              <a:t>          &lt;find name="</a:t>
            </a:r>
            <a:r>
              <a:rPr lang="en-US" altLang="zh-TW" dirty="0" err="1"/>
              <a:t>ip.addr</a:t>
            </a:r>
            <a:r>
              <a:rPr lang="en-US" altLang="zh-TW" dirty="0"/>
              <a:t>" relation="==" content="113.161.194.221" /&gt;</a:t>
            </a:r>
          </a:p>
          <a:p>
            <a:r>
              <a:rPr lang="en-US" altLang="zh-TW" dirty="0"/>
              <a:t>          ….</a:t>
            </a:r>
            <a:r>
              <a:rPr lang="zh-TW" altLang="en-US" dirty="0"/>
              <a:t> </a:t>
            </a:r>
            <a:r>
              <a:rPr lang="en-US" altLang="zh-TW" dirty="0"/>
              <a:t>More than hundred thousands</a:t>
            </a:r>
            <a:endParaRPr lang="zh-TW" altLang="en-US" dirty="0"/>
          </a:p>
        </p:txBody>
      </p:sp>
      <p:sp>
        <p:nvSpPr>
          <p:cNvPr id="8" name="直線圖說文字 1 7"/>
          <p:cNvSpPr/>
          <p:nvPr/>
        </p:nvSpPr>
        <p:spPr>
          <a:xfrm>
            <a:off x="4361683" y="3378914"/>
            <a:ext cx="7016489" cy="2524385"/>
          </a:xfrm>
          <a:prstGeom prst="borderCallout1">
            <a:avLst>
              <a:gd name="adj1" fmla="val -3391"/>
              <a:gd name="adj2" fmla="val 3034"/>
              <a:gd name="adj3" fmla="val -37520"/>
              <a:gd name="adj4" fmla="val -21844"/>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TW" dirty="0"/>
              <a:t> &lt;filter id=“2" name=“domain list" </a:t>
            </a:r>
            <a:r>
              <a:rPr lang="en-US" altLang="zh-TW" dirty="0" err="1"/>
              <a:t>matchedlog</a:t>
            </a:r>
            <a:r>
              <a:rPr lang="en-US" altLang="zh-TW" dirty="0"/>
              <a:t>=“yes”&gt;</a:t>
            </a:r>
          </a:p>
          <a:p>
            <a:r>
              <a:rPr lang="en-US" altLang="zh-TW" dirty="0"/>
              <a:t>        &lt;or&gt;</a:t>
            </a:r>
          </a:p>
          <a:p>
            <a:r>
              <a:rPr lang="en-US" altLang="zh-TW" dirty="0"/>
              <a:t>          &lt;find name=“dns.qry.name" relation="==" content=“google.com" /&gt;</a:t>
            </a:r>
          </a:p>
          <a:p>
            <a:r>
              <a:rPr lang="en-US" altLang="zh-TW" dirty="0"/>
              <a:t>          &lt;find name="dns.qry.name" relation="==" content=“facebook.com" /&gt;</a:t>
            </a:r>
          </a:p>
          <a:p>
            <a:r>
              <a:rPr lang="en-US" altLang="zh-TW" dirty="0"/>
              <a:t>          &lt;find name= dns.qry.name" relation="==" content=“twitter.com" /&gt;</a:t>
            </a:r>
          </a:p>
          <a:p>
            <a:r>
              <a:rPr lang="en-US" altLang="zh-TW" dirty="0"/>
              <a:t>          ….</a:t>
            </a:r>
            <a:r>
              <a:rPr lang="zh-TW" altLang="en-US" dirty="0"/>
              <a:t> </a:t>
            </a:r>
            <a:r>
              <a:rPr lang="en-US" altLang="zh-TW" dirty="0"/>
              <a:t>More than hundred thousands</a:t>
            </a:r>
            <a:endParaRPr lang="zh-TW" altLang="en-US" dirty="0"/>
          </a:p>
        </p:txBody>
      </p:sp>
    </p:spTree>
    <p:extLst>
      <p:ext uri="{BB962C8B-B14F-4D97-AF65-F5344CB8AC3E}">
        <p14:creationId xmlns:p14="http://schemas.microsoft.com/office/powerpoint/2010/main" val="864706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Setup</a:t>
            </a:r>
            <a:r>
              <a:rPr lang="zh-TW" altLang="en-US" dirty="0"/>
              <a:t> </a:t>
            </a:r>
            <a:r>
              <a:rPr lang="en-US" altLang="zh-TW" dirty="0"/>
              <a:t>IP/</a:t>
            </a:r>
            <a:r>
              <a:rPr lang="en-US" altLang="zh-TW" dirty="0" err="1"/>
              <a:t>domin</a:t>
            </a:r>
            <a:r>
              <a:rPr lang="en-US" altLang="zh-TW" dirty="0"/>
              <a:t> Black list matched syslog</a:t>
            </a:r>
            <a:endParaRPr lang="zh-TW" altLang="en-US" dirty="0"/>
          </a:p>
        </p:txBody>
      </p:sp>
      <p:pic>
        <p:nvPicPr>
          <p:cNvPr id="7" name="圖片 6">
            <a:extLst>
              <a:ext uri="{FF2B5EF4-FFF2-40B4-BE49-F238E27FC236}">
                <a16:creationId xmlns:a16="http://schemas.microsoft.com/office/drawing/2014/main" id="{D8FD7494-14EB-BDC5-8167-562E923D9557}"/>
              </a:ext>
            </a:extLst>
          </p:cNvPr>
          <p:cNvPicPr>
            <a:picLocks noChangeAspect="1"/>
          </p:cNvPicPr>
          <p:nvPr/>
        </p:nvPicPr>
        <p:blipFill>
          <a:blip r:embed="rId2"/>
          <a:stretch>
            <a:fillRect/>
          </a:stretch>
        </p:blipFill>
        <p:spPr>
          <a:xfrm>
            <a:off x="1139858" y="1378155"/>
            <a:ext cx="8937396" cy="4897027"/>
          </a:xfrm>
          <a:prstGeom prst="rect">
            <a:avLst/>
          </a:prstGeom>
        </p:spPr>
      </p:pic>
    </p:spTree>
    <p:extLst>
      <p:ext uri="{BB962C8B-B14F-4D97-AF65-F5344CB8AC3E}">
        <p14:creationId xmlns:p14="http://schemas.microsoft.com/office/powerpoint/2010/main" val="13271463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a:t>
            </a:r>
            <a:r>
              <a:rPr lang="en-US" altLang="zh-TW" dirty="0" err="1"/>
              <a:t>inlne</a:t>
            </a:r>
            <a:r>
              <a:rPr lang="en-US" altLang="zh-TW" dirty="0"/>
              <a:t> block URL</a:t>
            </a:r>
            <a:r>
              <a:rPr lang="zh-TW" altLang="en-US" dirty="0"/>
              <a:t> </a:t>
            </a:r>
            <a:r>
              <a:rPr lang="en-US" altLang="zh-TW" dirty="0"/>
              <a:t>black list</a:t>
            </a:r>
            <a:endParaRPr lang="zh-TW" altLang="en-US" dirty="0"/>
          </a:p>
        </p:txBody>
      </p:sp>
      <p:sp>
        <p:nvSpPr>
          <p:cNvPr id="4" name="流程圖: 程序 3"/>
          <p:cNvSpPr/>
          <p:nvPr/>
        </p:nvSpPr>
        <p:spPr>
          <a:xfrm>
            <a:off x="2363888" y="2840240"/>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P0</a:t>
            </a:r>
            <a:endParaRPr lang="zh-TW" altLang="en-US" dirty="0">
              <a:solidFill>
                <a:schemeClr val="tx1"/>
              </a:solidFill>
            </a:endParaRPr>
          </a:p>
        </p:txBody>
      </p:sp>
      <p:sp>
        <p:nvSpPr>
          <p:cNvPr id="5" name="圓角矩形 4"/>
          <p:cNvSpPr/>
          <p:nvPr/>
        </p:nvSpPr>
        <p:spPr>
          <a:xfrm>
            <a:off x="3534227" y="2831333"/>
            <a:ext cx="617220" cy="485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F1</a:t>
            </a:r>
            <a:endParaRPr lang="zh-TW" altLang="en-US" dirty="0"/>
          </a:p>
        </p:txBody>
      </p:sp>
      <p:cxnSp>
        <p:nvCxnSpPr>
          <p:cNvPr id="6" name="直線單箭頭接點 5"/>
          <p:cNvCxnSpPr>
            <a:stCxn id="4" idx="3"/>
            <a:endCxn id="5" idx="1"/>
          </p:cNvCxnSpPr>
          <p:nvPr/>
        </p:nvCxnSpPr>
        <p:spPr>
          <a:xfrm flipV="1">
            <a:off x="2986785" y="3074221"/>
            <a:ext cx="547442" cy="890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流程圖: 程序 10"/>
          <p:cNvSpPr/>
          <p:nvPr/>
        </p:nvSpPr>
        <p:spPr>
          <a:xfrm>
            <a:off x="4739119" y="3667266"/>
            <a:ext cx="620404"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P1</a:t>
            </a:r>
            <a:endParaRPr lang="zh-TW" altLang="en-US" dirty="0">
              <a:solidFill>
                <a:schemeClr val="tx1"/>
              </a:solidFill>
            </a:endParaRPr>
          </a:p>
        </p:txBody>
      </p:sp>
      <p:cxnSp>
        <p:nvCxnSpPr>
          <p:cNvPr id="13" name="肘形接點 12"/>
          <p:cNvCxnSpPr>
            <a:stCxn id="5" idx="2"/>
            <a:endCxn id="11" idx="1"/>
          </p:cNvCxnSpPr>
          <p:nvPr/>
        </p:nvCxnSpPr>
        <p:spPr>
          <a:xfrm rot="16200000" flipH="1">
            <a:off x="3994456" y="3165489"/>
            <a:ext cx="593045" cy="896282"/>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p:cNvSpPr txBox="1"/>
          <p:nvPr/>
        </p:nvSpPr>
        <p:spPr>
          <a:xfrm>
            <a:off x="4081669" y="2713795"/>
            <a:ext cx="491225" cy="369332"/>
          </a:xfrm>
          <a:prstGeom prst="rect">
            <a:avLst/>
          </a:prstGeom>
          <a:noFill/>
        </p:spPr>
        <p:txBody>
          <a:bodyPr wrap="none" rtlCol="0">
            <a:spAutoFit/>
          </a:bodyPr>
          <a:lstStyle/>
          <a:p>
            <a:r>
              <a:rPr lang="en-US" altLang="zh-TW" dirty="0"/>
              <a:t>yes</a:t>
            </a:r>
            <a:endParaRPr lang="zh-TW" altLang="en-US" dirty="0"/>
          </a:p>
        </p:txBody>
      </p:sp>
      <p:sp>
        <p:nvSpPr>
          <p:cNvPr id="32" name="文字方塊 31"/>
          <p:cNvSpPr txBox="1"/>
          <p:nvPr/>
        </p:nvSpPr>
        <p:spPr>
          <a:xfrm>
            <a:off x="3439413" y="3334452"/>
            <a:ext cx="428322" cy="369332"/>
          </a:xfrm>
          <a:prstGeom prst="rect">
            <a:avLst/>
          </a:prstGeom>
          <a:noFill/>
        </p:spPr>
        <p:txBody>
          <a:bodyPr wrap="none" rtlCol="0">
            <a:spAutoFit/>
          </a:bodyPr>
          <a:lstStyle/>
          <a:p>
            <a:r>
              <a:rPr lang="en-US" altLang="zh-TW" dirty="0"/>
              <a:t>no</a:t>
            </a:r>
            <a:endParaRPr lang="zh-TW" altLang="en-US" dirty="0"/>
          </a:p>
        </p:txBody>
      </p:sp>
      <p:sp>
        <p:nvSpPr>
          <p:cNvPr id="33" name="流程圖: 程序 32"/>
          <p:cNvSpPr/>
          <p:nvPr/>
        </p:nvSpPr>
        <p:spPr>
          <a:xfrm>
            <a:off x="2363888" y="4291881"/>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P1</a:t>
            </a:r>
            <a:endParaRPr lang="zh-TW" altLang="en-US" dirty="0">
              <a:solidFill>
                <a:schemeClr val="tx1"/>
              </a:solidFill>
            </a:endParaRPr>
          </a:p>
        </p:txBody>
      </p:sp>
      <p:cxnSp>
        <p:nvCxnSpPr>
          <p:cNvPr id="35" name="直線單箭頭接點 34"/>
          <p:cNvCxnSpPr>
            <a:stCxn id="33" idx="3"/>
            <a:endCxn id="47" idx="1"/>
          </p:cNvCxnSpPr>
          <p:nvPr/>
        </p:nvCxnSpPr>
        <p:spPr>
          <a:xfrm>
            <a:off x="2986785" y="4534768"/>
            <a:ext cx="175233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流程圖: 程序 46"/>
          <p:cNvSpPr/>
          <p:nvPr/>
        </p:nvSpPr>
        <p:spPr>
          <a:xfrm>
            <a:off x="4739119" y="4291881"/>
            <a:ext cx="622897" cy="48577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P0</a:t>
            </a:r>
            <a:endParaRPr lang="zh-TW" altLang="en-US" dirty="0">
              <a:solidFill>
                <a:schemeClr val="tx1"/>
              </a:solidFill>
            </a:endParaRPr>
          </a:p>
        </p:txBody>
      </p:sp>
      <p:cxnSp>
        <p:nvCxnSpPr>
          <p:cNvPr id="74" name="直線單箭頭接點 73"/>
          <p:cNvCxnSpPr>
            <a:stCxn id="5" idx="3"/>
            <a:endCxn id="21" idx="1"/>
          </p:cNvCxnSpPr>
          <p:nvPr/>
        </p:nvCxnSpPr>
        <p:spPr>
          <a:xfrm flipV="1">
            <a:off x="4151447" y="3074220"/>
            <a:ext cx="607289"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流程圖: 程序 20"/>
          <p:cNvSpPr/>
          <p:nvPr/>
        </p:nvSpPr>
        <p:spPr>
          <a:xfrm>
            <a:off x="4758736" y="2799643"/>
            <a:ext cx="741740" cy="549154"/>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rgbClr val="FF0000"/>
                </a:solidFill>
              </a:rPr>
              <a:t>0</a:t>
            </a:r>
          </a:p>
          <a:p>
            <a:pPr algn="ctr"/>
            <a:r>
              <a:rPr lang="en-US" altLang="zh-TW" sz="1200" dirty="0">
                <a:solidFill>
                  <a:schemeClr val="tx1"/>
                </a:solidFill>
              </a:rPr>
              <a:t>(DROP)</a:t>
            </a:r>
            <a:endParaRPr lang="zh-TW" altLang="en-US" sz="1200" dirty="0">
              <a:solidFill>
                <a:schemeClr val="tx1"/>
              </a:solidFill>
            </a:endParaRPr>
          </a:p>
        </p:txBody>
      </p:sp>
      <p:sp>
        <p:nvSpPr>
          <p:cNvPr id="15" name="文字方塊 14"/>
          <p:cNvSpPr txBox="1"/>
          <p:nvPr/>
        </p:nvSpPr>
        <p:spPr>
          <a:xfrm>
            <a:off x="6294268" y="3846708"/>
            <a:ext cx="2073645" cy="369332"/>
          </a:xfrm>
          <a:prstGeom prst="rect">
            <a:avLst/>
          </a:prstGeom>
          <a:noFill/>
        </p:spPr>
        <p:txBody>
          <a:bodyPr wrap="none" rtlCol="0">
            <a:spAutoFit/>
          </a:bodyPr>
          <a:lstStyle/>
          <a:p>
            <a:r>
              <a:rPr lang="en-US" altLang="zh-TW" dirty="0"/>
              <a:t>F1: URL black</a:t>
            </a:r>
            <a:r>
              <a:rPr lang="zh-TW" altLang="en-US" dirty="0"/>
              <a:t> </a:t>
            </a:r>
            <a:r>
              <a:rPr lang="en-US" altLang="zh-TW" dirty="0"/>
              <a:t>list      </a:t>
            </a:r>
            <a:endParaRPr lang="en-US" altLang="zh-TW" b="1" dirty="0">
              <a:solidFill>
                <a:srgbClr val="FF0000"/>
              </a:solidFill>
            </a:endParaRPr>
          </a:p>
        </p:txBody>
      </p:sp>
      <p:sp>
        <p:nvSpPr>
          <p:cNvPr id="22" name="流程圖: 程序 21">
            <a:extLst>
              <a:ext uri="{FF2B5EF4-FFF2-40B4-BE49-F238E27FC236}">
                <a16:creationId xmlns:a16="http://schemas.microsoft.com/office/drawing/2014/main" id="{3A1026BB-D3A4-43E5-A320-2F070DBAB3B4}"/>
              </a:ext>
            </a:extLst>
          </p:cNvPr>
          <p:cNvSpPr/>
          <p:nvPr/>
        </p:nvSpPr>
        <p:spPr>
          <a:xfrm>
            <a:off x="6460578" y="2716260"/>
            <a:ext cx="1310741" cy="728661"/>
          </a:xfrm>
          <a:prstGeom prst="flowChartProces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syslog Collector</a:t>
            </a:r>
            <a:endParaRPr lang="zh-TW" altLang="en-US" dirty="0">
              <a:solidFill>
                <a:schemeClr val="tx1"/>
              </a:solidFill>
            </a:endParaRPr>
          </a:p>
        </p:txBody>
      </p:sp>
      <p:sp>
        <p:nvSpPr>
          <p:cNvPr id="23" name="文字方塊 22">
            <a:extLst>
              <a:ext uri="{FF2B5EF4-FFF2-40B4-BE49-F238E27FC236}">
                <a16:creationId xmlns:a16="http://schemas.microsoft.com/office/drawing/2014/main" id="{F0D5FE8E-3042-4B4D-9F10-44CDF2E69A1B}"/>
              </a:ext>
            </a:extLst>
          </p:cNvPr>
          <p:cNvSpPr txBox="1"/>
          <p:nvPr/>
        </p:nvSpPr>
        <p:spPr>
          <a:xfrm>
            <a:off x="5579984" y="2742233"/>
            <a:ext cx="745845" cy="369332"/>
          </a:xfrm>
          <a:prstGeom prst="rect">
            <a:avLst/>
          </a:prstGeom>
          <a:noFill/>
        </p:spPr>
        <p:txBody>
          <a:bodyPr wrap="none" rtlCol="0">
            <a:spAutoFit/>
          </a:bodyPr>
          <a:lstStyle/>
          <a:p>
            <a:r>
              <a:rPr lang="en-US" altLang="zh-TW" dirty="0"/>
              <a:t>syslog</a:t>
            </a:r>
            <a:endParaRPr lang="zh-TW" altLang="en-US" dirty="0"/>
          </a:p>
        </p:txBody>
      </p:sp>
      <p:cxnSp>
        <p:nvCxnSpPr>
          <p:cNvPr id="25" name="直線單箭頭接點 24">
            <a:extLst>
              <a:ext uri="{FF2B5EF4-FFF2-40B4-BE49-F238E27FC236}">
                <a16:creationId xmlns:a16="http://schemas.microsoft.com/office/drawing/2014/main" id="{23370E73-06E6-44DA-A50E-5049E895B2C7}"/>
              </a:ext>
            </a:extLst>
          </p:cNvPr>
          <p:cNvCxnSpPr>
            <a:endCxn id="22" idx="1"/>
          </p:cNvCxnSpPr>
          <p:nvPr/>
        </p:nvCxnSpPr>
        <p:spPr>
          <a:xfrm flipV="1">
            <a:off x="5512302" y="3080591"/>
            <a:ext cx="948276" cy="92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904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2"/>
          <p:cNvSpPr txBox="1">
            <a:spLocks/>
          </p:cNvSpPr>
          <p:nvPr/>
        </p:nvSpPr>
        <p:spPr>
          <a:xfrm>
            <a:off x="762698" y="287250"/>
            <a:ext cx="10867050" cy="63532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2000" dirty="0"/>
              <a:t>&lt;chain id="0"&gt;</a:t>
            </a:r>
          </a:p>
          <a:p>
            <a:pPr marL="0" indent="0">
              <a:buNone/>
            </a:pPr>
            <a:r>
              <a:rPr lang="en-US" altLang="zh-TW" sz="2000" dirty="0"/>
              <a:t>    &lt;in&gt;P0&lt;/in&gt;</a:t>
            </a:r>
          </a:p>
          <a:p>
            <a:pPr marL="0" indent="0">
              <a:buNone/>
            </a:pPr>
            <a:r>
              <a:rPr lang="en-US" altLang="zh-TW" sz="2000" dirty="0"/>
              <a:t>    &lt;fid&gt;F1&lt;/fid&gt;</a:t>
            </a:r>
          </a:p>
          <a:p>
            <a:pPr marL="0" indent="0">
              <a:buNone/>
            </a:pPr>
            <a:r>
              <a:rPr lang="en-US" altLang="zh-TW" sz="2000" dirty="0"/>
              <a:t>    &lt;out&gt;0&lt;/out&gt;</a:t>
            </a:r>
          </a:p>
          <a:p>
            <a:pPr marL="0" indent="0">
              <a:buNone/>
            </a:pPr>
            <a:r>
              <a:rPr lang="en-US" altLang="zh-TW" sz="2000" dirty="0"/>
              <a:t>    &lt;next type=“</a:t>
            </a:r>
            <a:r>
              <a:rPr lang="en-US" altLang="zh-TW" sz="2000" dirty="0" err="1"/>
              <a:t>notmatch</a:t>
            </a:r>
            <a:r>
              <a:rPr lang="en-US" altLang="zh-TW" sz="2000" dirty="0"/>
              <a:t>"&gt;</a:t>
            </a:r>
          </a:p>
          <a:p>
            <a:pPr marL="0" indent="0">
              <a:buNone/>
            </a:pPr>
            <a:r>
              <a:rPr lang="en-US" altLang="zh-TW" sz="2000" dirty="0"/>
              <a:t>        &lt;out&gt;P1&lt;/out&gt;</a:t>
            </a:r>
          </a:p>
          <a:p>
            <a:pPr marL="0" indent="0">
              <a:buNone/>
            </a:pPr>
            <a:r>
              <a:rPr lang="en-US" altLang="zh-TW" sz="2000" dirty="0"/>
              <a:t>    &lt;/next&gt;</a:t>
            </a:r>
          </a:p>
          <a:p>
            <a:pPr marL="0" indent="0">
              <a:buNone/>
            </a:pPr>
            <a:r>
              <a:rPr lang="en-US" altLang="zh-TW" sz="2000" dirty="0"/>
              <a:t>&lt;/chain&gt;</a:t>
            </a:r>
          </a:p>
          <a:p>
            <a:pPr marL="0" indent="0">
              <a:buNone/>
            </a:pPr>
            <a:r>
              <a:rPr lang="en-US" altLang="zh-TW" sz="2000" dirty="0"/>
              <a:t>&lt;chain id=“1"&gt;</a:t>
            </a:r>
          </a:p>
          <a:p>
            <a:pPr marL="0" indent="0">
              <a:buNone/>
            </a:pPr>
            <a:r>
              <a:rPr lang="en-US" altLang="zh-TW" sz="2000" dirty="0"/>
              <a:t>    &lt;in&gt;P1&lt;/in&gt;    </a:t>
            </a:r>
          </a:p>
          <a:p>
            <a:pPr marL="0" indent="0">
              <a:buNone/>
            </a:pPr>
            <a:r>
              <a:rPr lang="en-US" altLang="zh-TW" sz="2000" dirty="0"/>
              <a:t>    &lt;out&gt;P0&lt;/out&gt;</a:t>
            </a:r>
          </a:p>
          <a:p>
            <a:pPr marL="0" indent="0">
              <a:buNone/>
            </a:pPr>
            <a:r>
              <a:rPr lang="en-US" altLang="zh-TW" sz="2000" dirty="0"/>
              <a:t>&lt;/chain&gt;</a:t>
            </a:r>
            <a:endParaRPr lang="zh-TW" altLang="en-US" sz="2000" dirty="0"/>
          </a:p>
          <a:p>
            <a:pPr marL="0" indent="0">
              <a:buNone/>
            </a:pPr>
            <a:endParaRPr lang="zh-TW" altLang="en-US" sz="2000" dirty="0"/>
          </a:p>
        </p:txBody>
      </p:sp>
      <p:sp>
        <p:nvSpPr>
          <p:cNvPr id="8" name="直線圖說文字 1 7"/>
          <p:cNvSpPr/>
          <p:nvPr/>
        </p:nvSpPr>
        <p:spPr>
          <a:xfrm>
            <a:off x="4406071" y="2201680"/>
            <a:ext cx="7016489" cy="2524385"/>
          </a:xfrm>
          <a:prstGeom prst="borderCallout1">
            <a:avLst>
              <a:gd name="adj1" fmla="val -3391"/>
              <a:gd name="adj2" fmla="val 3034"/>
              <a:gd name="adj3" fmla="val -35762"/>
              <a:gd name="adj4" fmla="val -26272"/>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TW" dirty="0"/>
              <a:t> &lt;filter id=“1" name=“</a:t>
            </a:r>
            <a:r>
              <a:rPr lang="en-US" altLang="zh-TW" dirty="0" err="1"/>
              <a:t>url</a:t>
            </a:r>
            <a:r>
              <a:rPr lang="en-US" altLang="zh-TW" dirty="0"/>
              <a:t> list" </a:t>
            </a:r>
            <a:r>
              <a:rPr lang="en-US" altLang="zh-TW" dirty="0" err="1"/>
              <a:t>matchedlog</a:t>
            </a:r>
            <a:r>
              <a:rPr lang="en-US" altLang="zh-TW" dirty="0"/>
              <a:t>=“yes”&gt;</a:t>
            </a:r>
          </a:p>
          <a:p>
            <a:r>
              <a:rPr lang="en-US" altLang="zh-TW" dirty="0"/>
              <a:t>        &lt;or&gt;</a:t>
            </a:r>
          </a:p>
          <a:p>
            <a:r>
              <a:rPr lang="en-US" altLang="zh-TW" dirty="0"/>
              <a:t>        &lt;find id=“1" name="http.request.url" relation="==" content="www.whitehollowtransport.com/current-elliott-c-89.html" /&gt;</a:t>
            </a:r>
          </a:p>
          <a:p>
            <a:r>
              <a:rPr lang="en-US" altLang="zh-TW" dirty="0"/>
              <a:t>        &lt;find id=“2" name="http.request.url" relation="==" content="hairdressertokill.tk/index/?1631501756857" /&gt;</a:t>
            </a:r>
          </a:p>
          <a:p>
            <a:r>
              <a:rPr lang="en-US" altLang="zh-TW" dirty="0"/>
              <a:t>          ….</a:t>
            </a:r>
            <a:r>
              <a:rPr lang="zh-TW" altLang="en-US" dirty="0"/>
              <a:t> </a:t>
            </a:r>
            <a:r>
              <a:rPr lang="en-US" altLang="zh-TW" dirty="0"/>
              <a:t>More than hundred thousands</a:t>
            </a:r>
            <a:endParaRPr lang="zh-TW" altLang="en-US" dirty="0"/>
          </a:p>
        </p:txBody>
      </p:sp>
    </p:spTree>
    <p:extLst>
      <p:ext uri="{BB962C8B-B14F-4D97-AF65-F5344CB8AC3E}">
        <p14:creationId xmlns:p14="http://schemas.microsoft.com/office/powerpoint/2010/main" val="227542098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5208</TotalTime>
  <Words>1827</Words>
  <Application>Microsoft Office PowerPoint</Application>
  <PresentationFormat>寬螢幕</PresentationFormat>
  <Paragraphs>306</Paragraphs>
  <Slides>38</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38</vt:i4>
      </vt:variant>
    </vt:vector>
  </HeadingPairs>
  <TitlesOfParts>
    <vt:vector size="43" baseType="lpstr">
      <vt:lpstr>微軟正黑體</vt:lpstr>
      <vt:lpstr>Arial</vt:lpstr>
      <vt:lpstr>Calibri</vt:lpstr>
      <vt:lpstr>Calibri Light</vt:lpstr>
      <vt:lpstr>Office 佈景主題</vt:lpstr>
      <vt:lpstr>Grism-G8s</vt:lpstr>
      <vt:lpstr>PowerPoint 簡報</vt:lpstr>
      <vt:lpstr>PowerPoint 簡報</vt:lpstr>
      <vt:lpstr>PowerPoint 簡報</vt:lpstr>
      <vt:lpstr>Device Introduction: G8s</vt:lpstr>
      <vt:lpstr>Operation Introduction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GRISM XML</vt:lpstr>
      <vt:lpstr>&lt;filter&gt; (L2-L4)</vt:lpstr>
      <vt:lpstr>&lt;filter&gt; (L7)</vt:lpstr>
      <vt:lpstr>&lt;filter&gt; (L7)</vt:lpstr>
      <vt:lpstr>&lt;chain&gt;</vt:lpstr>
      <vt:lpstr>Example: Trunk, Load balance and Duplation</vt:lpstr>
      <vt:lpstr>&lt;chain&gt;</vt:lpstr>
      <vt:lpstr>PowerPoint 簡報</vt:lpstr>
      <vt:lpstr>PowerPoint 簡報</vt:lpstr>
      <vt:lpstr>HeartBeat Example</vt:lpstr>
      <vt:lpstr>PowerPoint 簡報</vt:lpstr>
      <vt:lpstr>PowerPoint 簡報</vt:lpstr>
      <vt:lpstr>Example: inlne block IP list</vt:lpstr>
      <vt:lpstr>&lt;chain&gt;</vt:lpstr>
      <vt:lpstr>Example: inlne block http host list (HTTP request)</vt:lpstr>
      <vt:lpstr>&lt;chain&gt;</vt:lpstr>
      <vt:lpstr>&lt;chain&gt; (cont.)</vt:lpstr>
      <vt:lpstr>Example: inlne block IP/domain black list</vt:lpstr>
      <vt:lpstr>PowerPoint 簡報</vt:lpstr>
      <vt:lpstr>Setup IP/domin Black list matched syslog</vt:lpstr>
      <vt:lpstr>Example: inlne block URL black list</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jy lin</dc:creator>
  <cp:lastModifiedBy>Jay Lin</cp:lastModifiedBy>
  <cp:revision>225</cp:revision>
  <dcterms:created xsi:type="dcterms:W3CDTF">2017-03-27T07:05:16Z</dcterms:created>
  <dcterms:modified xsi:type="dcterms:W3CDTF">2024-11-05T04:21:58Z</dcterms:modified>
</cp:coreProperties>
</file>